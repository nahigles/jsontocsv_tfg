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Lst>
  <p:notesMasterIdLst>
    <p:notesMasterId r:id="rId29"/>
  </p:notesMasterIdLst>
  <p:handoutMasterIdLst>
    <p:handoutMasterId r:id="rId30"/>
  </p:handoutMasterIdLst>
  <p:sldIdLst>
    <p:sldId id="256" r:id="rId5"/>
    <p:sldId id="278" r:id="rId6"/>
    <p:sldId id="287" r:id="rId7"/>
    <p:sldId id="289" r:id="rId8"/>
    <p:sldId id="265" r:id="rId9"/>
    <p:sldId id="290" r:id="rId10"/>
    <p:sldId id="261" r:id="rId11"/>
    <p:sldId id="281" r:id="rId12"/>
    <p:sldId id="260" r:id="rId13"/>
    <p:sldId id="299" r:id="rId14"/>
    <p:sldId id="294" r:id="rId15"/>
    <p:sldId id="298" r:id="rId16"/>
    <p:sldId id="295" r:id="rId17"/>
    <p:sldId id="296" r:id="rId18"/>
    <p:sldId id="297" r:id="rId19"/>
    <p:sldId id="292" r:id="rId20"/>
    <p:sldId id="291" r:id="rId21"/>
    <p:sldId id="300" r:id="rId22"/>
    <p:sldId id="293" r:id="rId23"/>
    <p:sldId id="264" r:id="rId24"/>
    <p:sldId id="302" r:id="rId25"/>
    <p:sldId id="288" r:id="rId26"/>
    <p:sldId id="303" r:id="rId27"/>
    <p:sldId id="286" r:id="rId28"/>
  </p:sldIdLst>
  <p:sldSz cx="12192000" cy="6858000"/>
  <p:notesSz cx="6858000" cy="9144000"/>
  <p:defaultTextStyle>
    <a:defPPr rtl="0">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4128" userDrawn="1">
          <p15:clr>
            <a:srgbClr val="A4A3A4"/>
          </p15:clr>
        </p15:guide>
        <p15:guide id="2" orient="horz" pos="96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5A5A5"/>
    <a:srgbClr val="BEB9AA"/>
    <a:srgbClr val="C0C9C2"/>
    <a:srgbClr val="AA9D92"/>
    <a:srgbClr val="F2F1EE"/>
    <a:srgbClr val="D8D2C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Estilo medio 2 - Énfasis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Estilo medio 2 - Énfasis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00A15C55-8517-42AA-B614-E9B94910E393}" styleName="Estilo medio 2 - Énfasis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6102" autoAdjust="0"/>
    <p:restoredTop sz="94379" autoAdjust="0"/>
  </p:normalViewPr>
  <p:slideViewPr>
    <p:cSldViewPr snapToGrid="0">
      <p:cViewPr varScale="1">
        <p:scale>
          <a:sx n="74" d="100"/>
          <a:sy n="74" d="100"/>
        </p:scale>
        <p:origin x="72" y="149"/>
      </p:cViewPr>
      <p:guideLst>
        <p:guide pos="4128"/>
        <p:guide orient="horz" pos="960"/>
      </p:guideLst>
    </p:cSldViewPr>
  </p:slideViewPr>
  <p:outlineViewPr>
    <p:cViewPr>
      <p:scale>
        <a:sx n="33" d="100"/>
        <a:sy n="33" d="100"/>
      </p:scale>
      <p:origin x="0" y="-4027"/>
    </p:cViewPr>
  </p:outlineViewPr>
  <p:notesTextViewPr>
    <p:cViewPr>
      <p:scale>
        <a:sx n="1" d="1"/>
        <a:sy n="1" d="1"/>
      </p:scale>
      <p:origin x="0" y="0"/>
    </p:cViewPr>
  </p:notesTextViewPr>
  <p:sorterViewPr>
    <p:cViewPr>
      <p:scale>
        <a:sx n="80" d="100"/>
        <a:sy n="80" d="100"/>
      </p:scale>
      <p:origin x="0" y="0"/>
    </p:cViewPr>
  </p:sorterViewPr>
  <p:notesViewPr>
    <p:cSldViewPr snapToGrid="0">
      <p:cViewPr varScale="1">
        <p:scale>
          <a:sx n="83" d="100"/>
          <a:sy n="83" d="100"/>
        </p:scale>
        <p:origin x="3168" y="102"/>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handoutMaster" Target="handoutMasters/handoutMaster1.xml"/><Relationship Id="rId8" Type="http://schemas.openxmlformats.org/officeDocument/2006/relationships/slide" Target="slides/slide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posición de encabezado 1">
            <a:extLst>
              <a:ext uri="{FF2B5EF4-FFF2-40B4-BE49-F238E27FC236}">
                <a16:creationId xmlns:a16="http://schemas.microsoft.com/office/drawing/2014/main" id="{356E6020-4209-49A3-9DC4-18264096E79F}"/>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es-ES"/>
          </a:p>
        </p:txBody>
      </p:sp>
      <p:sp>
        <p:nvSpPr>
          <p:cNvPr id="3" name="Marcador de fecha 2">
            <a:extLst>
              <a:ext uri="{FF2B5EF4-FFF2-40B4-BE49-F238E27FC236}">
                <a16:creationId xmlns:a16="http://schemas.microsoft.com/office/drawing/2014/main" id="{E7797462-F1DD-4E64-BC14-F17A0F34B5A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pPr rtl="0"/>
            <a:fld id="{F4FD5B5F-FADA-4B1C-A29A-3654B7A96259}" type="datetime1">
              <a:rPr lang="es-ES" smtClean="0"/>
              <a:t>16/09/2026</a:t>
            </a:fld>
            <a:endParaRPr lang="es-ES" dirty="0"/>
          </a:p>
        </p:txBody>
      </p:sp>
      <p:sp>
        <p:nvSpPr>
          <p:cNvPr id="4" name="Marcador de pie de página 3">
            <a:extLst>
              <a:ext uri="{FF2B5EF4-FFF2-40B4-BE49-F238E27FC236}">
                <a16:creationId xmlns:a16="http://schemas.microsoft.com/office/drawing/2014/main" id="{8075F0E3-AC70-4B5A-BCEB-9E3C021C86A0}"/>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es-ES"/>
          </a:p>
        </p:txBody>
      </p:sp>
      <p:sp>
        <p:nvSpPr>
          <p:cNvPr id="5" name="Marcador de posición de número de diapositiva 4">
            <a:extLst>
              <a:ext uri="{FF2B5EF4-FFF2-40B4-BE49-F238E27FC236}">
                <a16:creationId xmlns:a16="http://schemas.microsoft.com/office/drawing/2014/main" id="{748F68B5-925F-4468-95B3-EA77C29C3426}"/>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688A06BE-7519-4B21-9E1D-AE6D6E69C38F}" type="slidenum">
              <a:rPr lang="es-ES" smtClean="0"/>
              <a:t>‹Nº›</a:t>
            </a:fld>
            <a:endParaRPr lang="es-ES"/>
          </a:p>
        </p:txBody>
      </p:sp>
    </p:spTree>
    <p:extLst>
      <p:ext uri="{BB962C8B-B14F-4D97-AF65-F5344CB8AC3E}">
        <p14:creationId xmlns:p14="http://schemas.microsoft.com/office/powerpoint/2010/main" val="2157383066"/>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posición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es-ES" noProof="0"/>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FC012CA-5A6C-4DE6-8C07-7FDA95265B5A}" type="datetime1">
              <a:rPr lang="es-ES" smtClean="0"/>
              <a:pPr/>
              <a:t>16/09/2026</a:t>
            </a:fld>
            <a:endParaRPr lang="es-ES" dirty="0"/>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rtl="0"/>
            <a:endParaRPr lang="es-ES" noProof="0"/>
          </a:p>
        </p:txBody>
      </p:sp>
      <p:sp>
        <p:nvSpPr>
          <p:cNvPr id="5" name="Marcador de posición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rtl="0"/>
            <a:r>
              <a:rPr lang="es-ES" noProof="0"/>
              <a:t>Haga clic para modificar los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p>
        </p:txBody>
      </p:sp>
      <p:sp>
        <p:nvSpPr>
          <p:cNvPr id="6" name="Marcador de posición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es-ES" noProof="0"/>
          </a:p>
        </p:txBody>
      </p:sp>
      <p:sp>
        <p:nvSpPr>
          <p:cNvPr id="7" name="Marcador de posición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5A9B2C62-FE30-453D-946B-754E9E42C845}" type="slidenum">
              <a:rPr lang="es-ES" noProof="0" smtClean="0"/>
              <a:t>‹Nº›</a:t>
            </a:fld>
            <a:endParaRPr lang="es-ES" noProof="0"/>
          </a:p>
        </p:txBody>
      </p:sp>
    </p:spTree>
    <p:extLst>
      <p:ext uri="{BB962C8B-B14F-4D97-AF65-F5344CB8AC3E}">
        <p14:creationId xmlns:p14="http://schemas.microsoft.com/office/powerpoint/2010/main" val="2922326358"/>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rtlCol="0"/>
          <a:lstStyle/>
          <a:p>
            <a:pPr rtl="0"/>
            <a:r>
              <a:rPr lang="es-ES"/>
              <a:t>Interlineado + Números de página</a:t>
            </a:r>
          </a:p>
        </p:txBody>
      </p:sp>
      <p:sp>
        <p:nvSpPr>
          <p:cNvPr id="4" name="Marcador de número de diapositiva 3"/>
          <p:cNvSpPr>
            <a:spLocks noGrp="1"/>
          </p:cNvSpPr>
          <p:nvPr>
            <p:ph type="sldNum" sz="quarter" idx="5"/>
          </p:nvPr>
        </p:nvSpPr>
        <p:spPr/>
        <p:txBody>
          <a:bodyPr rtlCol="0"/>
          <a:lstStyle/>
          <a:p>
            <a:pPr rtl="0"/>
            <a:fld id="{5A9B2C62-FE30-453D-946B-754E9E42C845}" type="slidenum">
              <a:rPr lang="es-ES" smtClean="0"/>
              <a:t>1</a:t>
            </a:fld>
            <a:endParaRPr lang="es-ES"/>
          </a:p>
        </p:txBody>
      </p:sp>
    </p:spTree>
    <p:extLst>
      <p:ext uri="{BB962C8B-B14F-4D97-AF65-F5344CB8AC3E}">
        <p14:creationId xmlns:p14="http://schemas.microsoft.com/office/powerpoint/2010/main" val="177737540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dirty="0"/>
              <a:t>Llevarlo a lo personal</a:t>
            </a:r>
          </a:p>
        </p:txBody>
      </p:sp>
      <p:sp>
        <p:nvSpPr>
          <p:cNvPr id="4" name="Marcador de número de diapositiva 3"/>
          <p:cNvSpPr>
            <a:spLocks noGrp="1"/>
          </p:cNvSpPr>
          <p:nvPr>
            <p:ph type="sldNum" sz="quarter" idx="5"/>
          </p:nvPr>
        </p:nvSpPr>
        <p:spPr/>
        <p:txBody>
          <a:bodyPr/>
          <a:lstStyle/>
          <a:p>
            <a:pPr rtl="0"/>
            <a:fld id="{5A9B2C62-FE30-453D-946B-754E9E42C845}" type="slidenum">
              <a:rPr lang="es-ES" smtClean="0"/>
              <a:t>2</a:t>
            </a:fld>
            <a:endParaRPr lang="es-ES"/>
          </a:p>
        </p:txBody>
      </p:sp>
    </p:spTree>
    <p:extLst>
      <p:ext uri="{BB962C8B-B14F-4D97-AF65-F5344CB8AC3E}">
        <p14:creationId xmlns:p14="http://schemas.microsoft.com/office/powerpoint/2010/main" val="330440475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dirty="0"/>
              <a:t>Preguntas de investigación??</a:t>
            </a:r>
          </a:p>
        </p:txBody>
      </p:sp>
      <p:sp>
        <p:nvSpPr>
          <p:cNvPr id="4" name="Marcador de número de diapositiva 3"/>
          <p:cNvSpPr>
            <a:spLocks noGrp="1"/>
          </p:cNvSpPr>
          <p:nvPr>
            <p:ph type="sldNum" sz="quarter" idx="5"/>
          </p:nvPr>
        </p:nvSpPr>
        <p:spPr/>
        <p:txBody>
          <a:bodyPr/>
          <a:lstStyle/>
          <a:p>
            <a:pPr rtl="0"/>
            <a:fld id="{5A9B2C62-FE30-453D-946B-754E9E42C845}" type="slidenum">
              <a:rPr lang="es-ES" smtClean="0"/>
              <a:t>3</a:t>
            </a:fld>
            <a:endParaRPr lang="es-ES"/>
          </a:p>
        </p:txBody>
      </p:sp>
    </p:spTree>
    <p:extLst>
      <p:ext uri="{BB962C8B-B14F-4D97-AF65-F5344CB8AC3E}">
        <p14:creationId xmlns:p14="http://schemas.microsoft.com/office/powerpoint/2010/main" val="197033154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26E384-029D-F0D3-F585-12218013D11C}"/>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41B2ABA0-1B6F-F3F9-9AA1-CD110BB1FD64}"/>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30152FB1-1561-E50E-F512-FA171F9DB637}"/>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EE441E30-FFB0-A38D-AB6D-89A8EE461455}"/>
              </a:ext>
            </a:extLst>
          </p:cNvPr>
          <p:cNvSpPr>
            <a:spLocks noGrp="1"/>
          </p:cNvSpPr>
          <p:nvPr>
            <p:ph type="sldNum" sz="quarter" idx="5"/>
          </p:nvPr>
        </p:nvSpPr>
        <p:spPr/>
        <p:txBody>
          <a:bodyPr/>
          <a:lstStyle/>
          <a:p>
            <a:pPr rtl="0"/>
            <a:fld id="{5A9B2C62-FE30-453D-946B-754E9E42C845}" type="slidenum">
              <a:rPr lang="es-ES" smtClean="0"/>
              <a:t>4</a:t>
            </a:fld>
            <a:endParaRPr lang="es-ES"/>
          </a:p>
        </p:txBody>
      </p:sp>
    </p:spTree>
    <p:extLst>
      <p:ext uri="{BB962C8B-B14F-4D97-AF65-F5344CB8AC3E}">
        <p14:creationId xmlns:p14="http://schemas.microsoft.com/office/powerpoint/2010/main" val="322966843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5"/>
          </p:nvPr>
        </p:nvSpPr>
        <p:spPr/>
        <p:txBody>
          <a:bodyPr/>
          <a:lstStyle/>
          <a:p>
            <a:pPr rtl="0"/>
            <a:fld id="{5A9B2C62-FE30-453D-946B-754E9E42C845}" type="slidenum">
              <a:rPr lang="es-ES" smtClean="0"/>
              <a:t>5</a:t>
            </a:fld>
            <a:endParaRPr lang="es-ES"/>
          </a:p>
        </p:txBody>
      </p:sp>
    </p:spTree>
    <p:extLst>
      <p:ext uri="{BB962C8B-B14F-4D97-AF65-F5344CB8AC3E}">
        <p14:creationId xmlns:p14="http://schemas.microsoft.com/office/powerpoint/2010/main" val="342470141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819ECE-7E32-0039-DDE3-42E47316C08B}"/>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B79F3ADA-503B-EBA8-D1B7-E122A0A436BD}"/>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D6C6E908-6725-C8A9-2D4A-E15A5576EB17}"/>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E67F8560-D658-1B2D-FDE9-5889B1A7622C}"/>
              </a:ext>
            </a:extLst>
          </p:cNvPr>
          <p:cNvSpPr>
            <a:spLocks noGrp="1"/>
          </p:cNvSpPr>
          <p:nvPr>
            <p:ph type="sldNum" sz="quarter" idx="5"/>
          </p:nvPr>
        </p:nvSpPr>
        <p:spPr/>
        <p:txBody>
          <a:bodyPr/>
          <a:lstStyle/>
          <a:p>
            <a:pPr rtl="0"/>
            <a:fld id="{5A9B2C62-FE30-453D-946B-754E9E42C845}" type="slidenum">
              <a:rPr lang="es-ES" smtClean="0"/>
              <a:t>6</a:t>
            </a:fld>
            <a:endParaRPr lang="es-ES"/>
          </a:p>
        </p:txBody>
      </p:sp>
    </p:spTree>
    <p:extLst>
      <p:ext uri="{BB962C8B-B14F-4D97-AF65-F5344CB8AC3E}">
        <p14:creationId xmlns:p14="http://schemas.microsoft.com/office/powerpoint/2010/main" val="18206388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dirty="0"/>
              <a:t>Tipos de TDAH: Inatento, Hiperactivo, Combinado </a:t>
            </a:r>
            <a:r>
              <a:rPr lang="es-ES" dirty="0">
                <a:sym typeface="Wingdings" panose="05000000000000000000" pitchFamily="2" charset="2"/>
              </a:rPr>
              <a:t> Todos afectan en el día a día</a:t>
            </a:r>
          </a:p>
          <a:p>
            <a:r>
              <a:rPr lang="es-ES" dirty="0">
                <a:sym typeface="Wingdings" panose="05000000000000000000" pitchFamily="2" charset="2"/>
              </a:rPr>
              <a:t>Hay varios juegos dirigidos a TDAH pero se centran sobre todo en la atención y no en la planificación. Ejemplo: </a:t>
            </a:r>
            <a:r>
              <a:rPr lang="es-ES" sz="1200" b="1" kern="1200" dirty="0">
                <a:solidFill>
                  <a:schemeClr val="tx1"/>
                </a:solidFill>
                <a:effectLst/>
                <a:latin typeface="+mn-lt"/>
                <a:ea typeface="+mn-ea"/>
                <a:cs typeface="+mn-cs"/>
              </a:rPr>
              <a:t>Plan-</a:t>
            </a:r>
            <a:r>
              <a:rPr lang="es-ES" sz="1200" b="1" kern="1200" dirty="0" err="1">
                <a:solidFill>
                  <a:schemeClr val="tx1"/>
                </a:solidFill>
                <a:effectLst/>
                <a:latin typeface="+mn-lt"/>
                <a:ea typeface="+mn-ea"/>
                <a:cs typeface="+mn-cs"/>
              </a:rPr>
              <a:t>It</a:t>
            </a:r>
            <a:r>
              <a:rPr lang="es-ES" sz="1200" b="1" kern="1200" dirty="0">
                <a:solidFill>
                  <a:schemeClr val="tx1"/>
                </a:solidFill>
                <a:effectLst/>
                <a:latin typeface="+mn-lt"/>
                <a:ea typeface="+mn-ea"/>
                <a:cs typeface="+mn-cs"/>
              </a:rPr>
              <a:t> Commander, </a:t>
            </a:r>
            <a:r>
              <a:rPr lang="es-ES_tradnl" sz="1200" b="1" kern="1200" dirty="0" err="1">
                <a:solidFill>
                  <a:schemeClr val="tx1"/>
                </a:solidFill>
                <a:effectLst/>
                <a:latin typeface="+mn-lt"/>
                <a:ea typeface="+mn-ea"/>
                <a:cs typeface="+mn-cs"/>
              </a:rPr>
              <a:t>CogoLand</a:t>
            </a:r>
            <a:endParaRPr lang="es-ES_tradnl" sz="1200" b="1" kern="1200" dirty="0">
              <a:solidFill>
                <a:schemeClr val="tx1"/>
              </a:solidFill>
              <a:effectLst/>
              <a:latin typeface="+mn-lt"/>
              <a:ea typeface="+mn-ea"/>
              <a:cs typeface="+mn-cs"/>
            </a:endParaRPr>
          </a:p>
          <a:p>
            <a:r>
              <a:rPr lang="es-ES_tradnl" sz="1200" b="1" kern="1200" dirty="0">
                <a:solidFill>
                  <a:schemeClr val="tx1"/>
                </a:solidFill>
                <a:effectLst/>
                <a:latin typeface="+mn-lt"/>
                <a:ea typeface="+mn-ea"/>
                <a:cs typeface="+mn-cs"/>
              </a:rPr>
              <a:t>Unity tiene amplio soporte multiplataforma</a:t>
            </a:r>
          </a:p>
          <a:p>
            <a:r>
              <a:rPr lang="es-ES_tradnl" sz="1200" b="0" kern="1200" dirty="0">
                <a:solidFill>
                  <a:schemeClr val="tx1"/>
                </a:solidFill>
                <a:effectLst/>
                <a:latin typeface="+mn-lt"/>
                <a:ea typeface="+mn-ea"/>
                <a:cs typeface="+mn-cs"/>
              </a:rPr>
              <a:t>Misión Colombia es parte del proyecto ACEMATE, que agrupa varios videojuegos para tratar distintas funciones ejecutivas </a:t>
            </a:r>
            <a:endParaRPr lang="es-ES" b="0" dirty="0"/>
          </a:p>
          <a:p>
            <a:endParaRPr lang="es-ES" dirty="0"/>
          </a:p>
        </p:txBody>
      </p:sp>
      <p:sp>
        <p:nvSpPr>
          <p:cNvPr id="4" name="Marcador de número de diapositiva 3"/>
          <p:cNvSpPr>
            <a:spLocks noGrp="1"/>
          </p:cNvSpPr>
          <p:nvPr>
            <p:ph type="sldNum" sz="quarter" idx="5"/>
          </p:nvPr>
        </p:nvSpPr>
        <p:spPr/>
        <p:txBody>
          <a:bodyPr/>
          <a:lstStyle/>
          <a:p>
            <a:pPr rtl="0"/>
            <a:fld id="{5A9B2C62-FE30-453D-946B-754E9E42C845}" type="slidenum">
              <a:rPr lang="es-ES" smtClean="0"/>
              <a:t>7</a:t>
            </a:fld>
            <a:endParaRPr lang="es-ES"/>
          </a:p>
        </p:txBody>
      </p:sp>
    </p:spTree>
    <p:extLst>
      <p:ext uri="{BB962C8B-B14F-4D97-AF65-F5344CB8AC3E}">
        <p14:creationId xmlns:p14="http://schemas.microsoft.com/office/powerpoint/2010/main" val="45412975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5"/>
          </p:nvPr>
        </p:nvSpPr>
        <p:spPr/>
        <p:txBody>
          <a:bodyPr/>
          <a:lstStyle/>
          <a:p>
            <a:pPr rtl="0"/>
            <a:fld id="{5A9B2C62-FE30-453D-946B-754E9E42C845}" type="slidenum">
              <a:rPr lang="es-ES" smtClean="0"/>
              <a:t>8</a:t>
            </a:fld>
            <a:endParaRPr lang="es-ES"/>
          </a:p>
        </p:txBody>
      </p:sp>
    </p:spTree>
    <p:extLst>
      <p:ext uri="{BB962C8B-B14F-4D97-AF65-F5344CB8AC3E}">
        <p14:creationId xmlns:p14="http://schemas.microsoft.com/office/powerpoint/2010/main" val="141835683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5"/>
          </p:nvPr>
        </p:nvSpPr>
        <p:spPr/>
        <p:txBody>
          <a:bodyPr/>
          <a:lstStyle/>
          <a:p>
            <a:pPr rtl="0"/>
            <a:fld id="{5A9B2C62-FE30-453D-946B-754E9E42C845}" type="slidenum">
              <a:rPr lang="es-ES" smtClean="0"/>
              <a:t>9</a:t>
            </a:fld>
            <a:endParaRPr lang="es-ES"/>
          </a:p>
        </p:txBody>
      </p:sp>
    </p:spTree>
    <p:extLst>
      <p:ext uri="{BB962C8B-B14F-4D97-AF65-F5344CB8AC3E}">
        <p14:creationId xmlns:p14="http://schemas.microsoft.com/office/powerpoint/2010/main" val="368454473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1EC585-500D-414E-33A9-A31C7C75EC1C}"/>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A207F391-56D1-25B2-989D-17BC2D716B23}"/>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A45245D6-451B-2EE6-A58A-225205A535D8}"/>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017204CA-792C-BA84-AC8A-96A18F88ED82}"/>
              </a:ext>
            </a:extLst>
          </p:cNvPr>
          <p:cNvSpPr>
            <a:spLocks noGrp="1"/>
          </p:cNvSpPr>
          <p:nvPr>
            <p:ph type="sldNum" sz="quarter" idx="5"/>
          </p:nvPr>
        </p:nvSpPr>
        <p:spPr/>
        <p:txBody>
          <a:bodyPr/>
          <a:lstStyle/>
          <a:p>
            <a:pPr rtl="0"/>
            <a:fld id="{5A9B2C62-FE30-453D-946B-754E9E42C845}" type="slidenum">
              <a:rPr lang="es-ES" smtClean="0"/>
              <a:t>10</a:t>
            </a:fld>
            <a:endParaRPr lang="es-ES"/>
          </a:p>
        </p:txBody>
      </p:sp>
    </p:spTree>
    <p:extLst>
      <p:ext uri="{BB962C8B-B14F-4D97-AF65-F5344CB8AC3E}">
        <p14:creationId xmlns:p14="http://schemas.microsoft.com/office/powerpoint/2010/main" val="404640318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6567A1-2698-ACFD-FFF9-632369ABB1B9}"/>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591E807F-E064-643B-385D-7FACCDC60CD8}"/>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8A9DA1EE-6ADB-8E22-D3B1-71E85016C9E4}"/>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312AC580-7EDF-BF6F-EB3F-90E7D518091D}"/>
              </a:ext>
            </a:extLst>
          </p:cNvPr>
          <p:cNvSpPr>
            <a:spLocks noGrp="1"/>
          </p:cNvSpPr>
          <p:nvPr>
            <p:ph type="sldNum" sz="quarter" idx="5"/>
          </p:nvPr>
        </p:nvSpPr>
        <p:spPr/>
        <p:txBody>
          <a:bodyPr/>
          <a:lstStyle/>
          <a:p>
            <a:pPr rtl="0"/>
            <a:fld id="{5A9B2C62-FE30-453D-946B-754E9E42C845}" type="slidenum">
              <a:rPr lang="es-ES" smtClean="0"/>
              <a:t>11</a:t>
            </a:fld>
            <a:endParaRPr lang="es-ES"/>
          </a:p>
        </p:txBody>
      </p:sp>
    </p:spTree>
    <p:extLst>
      <p:ext uri="{BB962C8B-B14F-4D97-AF65-F5344CB8AC3E}">
        <p14:creationId xmlns:p14="http://schemas.microsoft.com/office/powerpoint/2010/main" val="68278898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02CE4E-9BB4-96EF-CAF5-365FDB362587}"/>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D043EC0A-243E-2143-B8CC-1DB717B0DAE6}"/>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3ABA3D47-46F6-AD34-942F-96CB1860F85E}"/>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03B4E6DB-E8C4-01B0-1869-35003891A390}"/>
              </a:ext>
            </a:extLst>
          </p:cNvPr>
          <p:cNvSpPr>
            <a:spLocks noGrp="1"/>
          </p:cNvSpPr>
          <p:nvPr>
            <p:ph type="sldNum" sz="quarter" idx="5"/>
          </p:nvPr>
        </p:nvSpPr>
        <p:spPr/>
        <p:txBody>
          <a:bodyPr/>
          <a:lstStyle/>
          <a:p>
            <a:pPr rtl="0"/>
            <a:fld id="{5A9B2C62-FE30-453D-946B-754E9E42C845}" type="slidenum">
              <a:rPr lang="es-ES" smtClean="0"/>
              <a:t>12</a:t>
            </a:fld>
            <a:endParaRPr lang="es-ES"/>
          </a:p>
        </p:txBody>
      </p:sp>
    </p:spTree>
    <p:extLst>
      <p:ext uri="{BB962C8B-B14F-4D97-AF65-F5344CB8AC3E}">
        <p14:creationId xmlns:p14="http://schemas.microsoft.com/office/powerpoint/2010/main" val="174663575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6944A5-02A0-DFD8-F919-2E40B2133C12}"/>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89E8EA3E-C3C3-29E7-70D1-3DB6CB3B1596}"/>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EAC69A1B-46D0-60E8-6E65-E1D098D92CE9}"/>
              </a:ext>
            </a:extLst>
          </p:cNvPr>
          <p:cNvSpPr>
            <a:spLocks noGrp="1"/>
          </p:cNvSpPr>
          <p:nvPr>
            <p:ph type="body" idx="1"/>
          </p:nvPr>
        </p:nvSpPr>
        <p:spPr/>
        <p:txBody>
          <a:bodyPr/>
          <a:lstStyle/>
          <a:p>
            <a:r>
              <a:rPr lang="es-ES" dirty="0"/>
              <a:t>Todo configurable y dificultad adaptada para evitar frustración (La gente con TDAH tiende a llevar mal el fracaso y abandonar), Imágenes diferentes que hacen novedoso el nivel para mantener la atención del niño</a:t>
            </a:r>
          </a:p>
        </p:txBody>
      </p:sp>
      <p:sp>
        <p:nvSpPr>
          <p:cNvPr id="4" name="Marcador de número de diapositiva 3">
            <a:extLst>
              <a:ext uri="{FF2B5EF4-FFF2-40B4-BE49-F238E27FC236}">
                <a16:creationId xmlns:a16="http://schemas.microsoft.com/office/drawing/2014/main" id="{CED56D88-8DBA-011F-332C-3EEE2DF949C4}"/>
              </a:ext>
            </a:extLst>
          </p:cNvPr>
          <p:cNvSpPr>
            <a:spLocks noGrp="1"/>
          </p:cNvSpPr>
          <p:nvPr>
            <p:ph type="sldNum" sz="quarter" idx="5"/>
          </p:nvPr>
        </p:nvSpPr>
        <p:spPr/>
        <p:txBody>
          <a:bodyPr/>
          <a:lstStyle/>
          <a:p>
            <a:pPr rtl="0"/>
            <a:fld id="{5A9B2C62-FE30-453D-946B-754E9E42C845}" type="slidenum">
              <a:rPr lang="es-ES" smtClean="0"/>
              <a:t>13</a:t>
            </a:fld>
            <a:endParaRPr lang="es-ES"/>
          </a:p>
        </p:txBody>
      </p:sp>
    </p:spTree>
    <p:extLst>
      <p:ext uri="{BB962C8B-B14F-4D97-AF65-F5344CB8AC3E}">
        <p14:creationId xmlns:p14="http://schemas.microsoft.com/office/powerpoint/2010/main" val="396124858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1B5320-69DB-A1FD-3CC0-9D25F485D80C}"/>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0AD5FCE8-8663-AE9C-4CE0-C698AACCF9A9}"/>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8E6A166D-CA27-CF66-4966-20F904442C14}"/>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FC99CC03-807A-45EA-145C-2F80A5FDD14F}"/>
              </a:ext>
            </a:extLst>
          </p:cNvPr>
          <p:cNvSpPr>
            <a:spLocks noGrp="1"/>
          </p:cNvSpPr>
          <p:nvPr>
            <p:ph type="sldNum" sz="quarter" idx="5"/>
          </p:nvPr>
        </p:nvSpPr>
        <p:spPr/>
        <p:txBody>
          <a:bodyPr/>
          <a:lstStyle/>
          <a:p>
            <a:pPr rtl="0"/>
            <a:fld id="{5A9B2C62-FE30-453D-946B-754E9E42C845}" type="slidenum">
              <a:rPr lang="es-ES" smtClean="0"/>
              <a:t>14</a:t>
            </a:fld>
            <a:endParaRPr lang="es-ES"/>
          </a:p>
        </p:txBody>
      </p:sp>
    </p:spTree>
    <p:extLst>
      <p:ext uri="{BB962C8B-B14F-4D97-AF65-F5344CB8AC3E}">
        <p14:creationId xmlns:p14="http://schemas.microsoft.com/office/powerpoint/2010/main" val="169575606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F8D452-52CA-FB1A-77A1-CC7F15E5BFE9}"/>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38456896-BF5D-3BF5-D522-46968453E629}"/>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66657560-EB71-7F14-F9B2-EE0138A5ABC3}"/>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83E9F91D-C7DA-0AFC-FF12-0A8CBE57B879}"/>
              </a:ext>
            </a:extLst>
          </p:cNvPr>
          <p:cNvSpPr>
            <a:spLocks noGrp="1"/>
          </p:cNvSpPr>
          <p:nvPr>
            <p:ph type="sldNum" sz="quarter" idx="5"/>
          </p:nvPr>
        </p:nvSpPr>
        <p:spPr/>
        <p:txBody>
          <a:bodyPr/>
          <a:lstStyle/>
          <a:p>
            <a:pPr rtl="0"/>
            <a:fld id="{5A9B2C62-FE30-453D-946B-754E9E42C845}" type="slidenum">
              <a:rPr lang="es-ES" smtClean="0"/>
              <a:t>15</a:t>
            </a:fld>
            <a:endParaRPr lang="es-ES"/>
          </a:p>
        </p:txBody>
      </p:sp>
    </p:spTree>
    <p:extLst>
      <p:ext uri="{BB962C8B-B14F-4D97-AF65-F5344CB8AC3E}">
        <p14:creationId xmlns:p14="http://schemas.microsoft.com/office/powerpoint/2010/main" val="350645444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761C2F-B976-7533-6080-04ABCA7ABE95}"/>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F3BEF7C7-9822-BC36-9DE8-935042A3E573}"/>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370A1776-8507-61EB-F5E0-66692BB297A9}"/>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8F1DCE5B-695E-453E-B3EC-8A4E260636F3}"/>
              </a:ext>
            </a:extLst>
          </p:cNvPr>
          <p:cNvSpPr>
            <a:spLocks noGrp="1"/>
          </p:cNvSpPr>
          <p:nvPr>
            <p:ph type="sldNum" sz="quarter" idx="5"/>
          </p:nvPr>
        </p:nvSpPr>
        <p:spPr/>
        <p:txBody>
          <a:bodyPr/>
          <a:lstStyle/>
          <a:p>
            <a:pPr rtl="0"/>
            <a:fld id="{5A9B2C62-FE30-453D-946B-754E9E42C845}" type="slidenum">
              <a:rPr lang="es-ES" smtClean="0"/>
              <a:t>16</a:t>
            </a:fld>
            <a:endParaRPr lang="es-ES"/>
          </a:p>
        </p:txBody>
      </p:sp>
    </p:spTree>
    <p:extLst>
      <p:ext uri="{BB962C8B-B14F-4D97-AF65-F5344CB8AC3E}">
        <p14:creationId xmlns:p14="http://schemas.microsoft.com/office/powerpoint/2010/main" val="64803762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C163DB-D95A-6C74-D826-C589DD10C0F9}"/>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4F6CD4BD-F6DC-4522-8218-BD974823A750}"/>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2A358D11-DB49-A1FE-1AFA-22DE6786E17F}"/>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1FD69B35-0ED8-ED81-2E0B-2C0852EBF3BB}"/>
              </a:ext>
            </a:extLst>
          </p:cNvPr>
          <p:cNvSpPr>
            <a:spLocks noGrp="1"/>
          </p:cNvSpPr>
          <p:nvPr>
            <p:ph type="sldNum" sz="quarter" idx="5"/>
          </p:nvPr>
        </p:nvSpPr>
        <p:spPr/>
        <p:txBody>
          <a:bodyPr/>
          <a:lstStyle/>
          <a:p>
            <a:pPr rtl="0"/>
            <a:fld id="{5A9B2C62-FE30-453D-946B-754E9E42C845}" type="slidenum">
              <a:rPr lang="es-ES" smtClean="0"/>
              <a:t>17</a:t>
            </a:fld>
            <a:endParaRPr lang="es-ES"/>
          </a:p>
        </p:txBody>
      </p:sp>
    </p:spTree>
    <p:extLst>
      <p:ext uri="{BB962C8B-B14F-4D97-AF65-F5344CB8AC3E}">
        <p14:creationId xmlns:p14="http://schemas.microsoft.com/office/powerpoint/2010/main" val="219940974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9F1F67-9A59-38BC-91C3-98541418C00A}"/>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3499C014-E492-4464-F55A-22718FEFF09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39CD9408-B4C5-9CB1-E589-D42DF4954C04}"/>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855C49DA-F32E-5173-E085-4C1956C468A6}"/>
              </a:ext>
            </a:extLst>
          </p:cNvPr>
          <p:cNvSpPr>
            <a:spLocks noGrp="1"/>
          </p:cNvSpPr>
          <p:nvPr>
            <p:ph type="sldNum" sz="quarter" idx="5"/>
          </p:nvPr>
        </p:nvSpPr>
        <p:spPr/>
        <p:txBody>
          <a:bodyPr/>
          <a:lstStyle/>
          <a:p>
            <a:pPr rtl="0"/>
            <a:fld id="{5A9B2C62-FE30-453D-946B-754E9E42C845}" type="slidenum">
              <a:rPr lang="es-ES" smtClean="0"/>
              <a:t>18</a:t>
            </a:fld>
            <a:endParaRPr lang="es-ES"/>
          </a:p>
        </p:txBody>
      </p:sp>
    </p:spTree>
    <p:extLst>
      <p:ext uri="{BB962C8B-B14F-4D97-AF65-F5344CB8AC3E}">
        <p14:creationId xmlns:p14="http://schemas.microsoft.com/office/powerpoint/2010/main" val="64612947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677D6B-29AC-C294-4D68-4C18DF99B1D1}"/>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1C8D6964-F69D-A266-8E73-C56E4F0E3034}"/>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46645B06-1863-7533-44D8-62ADF96B9F22}"/>
              </a:ext>
            </a:extLst>
          </p:cNvPr>
          <p:cNvSpPr>
            <a:spLocks noGrp="1"/>
          </p:cNvSpPr>
          <p:nvPr>
            <p:ph type="body" idx="1"/>
          </p:nvPr>
        </p:nvSpPr>
        <p:spPr/>
        <p:txBody>
          <a:bodyPr/>
          <a:lstStyle/>
          <a:p>
            <a:r>
              <a:rPr lang="es-ES" dirty="0"/>
              <a:t>Con los eventos del juego se hicieron medias, desviaciones típicas sobre variables del juego relacionadas con las tareas planificadas correctamente, errores, tiempos y duración, niveles completados… Y todo eso relacionado con cada intento, cada nivel, cada sesión y los tiempos de reacción de las preguntas respondidas. Medias</a:t>
            </a:r>
          </a:p>
        </p:txBody>
      </p:sp>
      <p:sp>
        <p:nvSpPr>
          <p:cNvPr id="4" name="Marcador de número de diapositiva 3">
            <a:extLst>
              <a:ext uri="{FF2B5EF4-FFF2-40B4-BE49-F238E27FC236}">
                <a16:creationId xmlns:a16="http://schemas.microsoft.com/office/drawing/2014/main" id="{2A53EFC8-DD6D-B0C2-E8DF-4E5D60B966EF}"/>
              </a:ext>
            </a:extLst>
          </p:cNvPr>
          <p:cNvSpPr>
            <a:spLocks noGrp="1"/>
          </p:cNvSpPr>
          <p:nvPr>
            <p:ph type="sldNum" sz="quarter" idx="5"/>
          </p:nvPr>
        </p:nvSpPr>
        <p:spPr/>
        <p:txBody>
          <a:bodyPr/>
          <a:lstStyle/>
          <a:p>
            <a:pPr rtl="0"/>
            <a:fld id="{5A9B2C62-FE30-453D-946B-754E9E42C845}" type="slidenum">
              <a:rPr lang="es-ES" smtClean="0"/>
              <a:t>19</a:t>
            </a:fld>
            <a:endParaRPr lang="es-ES"/>
          </a:p>
        </p:txBody>
      </p:sp>
    </p:spTree>
    <p:extLst>
      <p:ext uri="{BB962C8B-B14F-4D97-AF65-F5344CB8AC3E}">
        <p14:creationId xmlns:p14="http://schemas.microsoft.com/office/powerpoint/2010/main" val="113496923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dirty="0"/>
              <a:t>En distintas sesiones</a:t>
            </a:r>
          </a:p>
        </p:txBody>
      </p:sp>
      <p:sp>
        <p:nvSpPr>
          <p:cNvPr id="4" name="Marcador de número de diapositiva 3"/>
          <p:cNvSpPr>
            <a:spLocks noGrp="1"/>
          </p:cNvSpPr>
          <p:nvPr>
            <p:ph type="sldNum" sz="quarter" idx="5"/>
          </p:nvPr>
        </p:nvSpPr>
        <p:spPr/>
        <p:txBody>
          <a:bodyPr/>
          <a:lstStyle/>
          <a:p>
            <a:pPr rtl="0"/>
            <a:fld id="{5A9B2C62-FE30-453D-946B-754E9E42C845}" type="slidenum">
              <a:rPr lang="es-ES" smtClean="0"/>
              <a:t>20</a:t>
            </a:fld>
            <a:endParaRPr lang="es-ES"/>
          </a:p>
        </p:txBody>
      </p:sp>
    </p:spTree>
    <p:extLst>
      <p:ext uri="{BB962C8B-B14F-4D97-AF65-F5344CB8AC3E}">
        <p14:creationId xmlns:p14="http://schemas.microsoft.com/office/powerpoint/2010/main" val="236049800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358B25-9EB1-9408-81D2-DBC238F76DBC}"/>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C7360988-505A-97A8-3536-89CED1E8FC57}"/>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8EA3293D-548D-CE08-61F3-71A33C67B6E6}"/>
              </a:ext>
            </a:extLst>
          </p:cNvPr>
          <p:cNvSpPr>
            <a:spLocks noGrp="1"/>
          </p:cNvSpPr>
          <p:nvPr>
            <p:ph type="body" idx="1"/>
          </p:nvPr>
        </p:nvSpPr>
        <p:spPr/>
        <p:txBody>
          <a:bodyPr/>
          <a:lstStyle/>
          <a:p>
            <a:r>
              <a:rPr lang="es-ES" dirty="0"/>
              <a:t>Mayor duración en sesión 3</a:t>
            </a:r>
          </a:p>
          <a:p>
            <a:r>
              <a:rPr lang="es-ES" dirty="0"/>
              <a:t>Sesión: El aumento de tareas y carga de trabajo aumenta pero esto no ha implicado peores resultados, la proporción de errores ha sido inferior en la sesión 3.</a:t>
            </a:r>
          </a:p>
          <a:p>
            <a:r>
              <a:rPr lang="es-ES" dirty="0"/>
              <a:t>Nivel: Mejora en rapidez de respuesta del nivel 1 al nivel 2 y luego se estabiliza. También podría indicar familiarización con las tareas.</a:t>
            </a:r>
          </a:p>
          <a:p>
            <a:r>
              <a:rPr lang="es-ES" dirty="0"/>
              <a:t>Intentos: Disminuye la duración del primer intento a los últimos sin embargo disminuye  también el porcentaje de aciertos y reglas respetadas debido a la disminución de casos</a:t>
            </a:r>
          </a:p>
        </p:txBody>
      </p:sp>
      <p:sp>
        <p:nvSpPr>
          <p:cNvPr id="4" name="Marcador de número de diapositiva 3">
            <a:extLst>
              <a:ext uri="{FF2B5EF4-FFF2-40B4-BE49-F238E27FC236}">
                <a16:creationId xmlns:a16="http://schemas.microsoft.com/office/drawing/2014/main" id="{E3FB0B34-D9CD-5C82-9896-5CBDDD9CD7AB}"/>
              </a:ext>
            </a:extLst>
          </p:cNvPr>
          <p:cNvSpPr>
            <a:spLocks noGrp="1"/>
          </p:cNvSpPr>
          <p:nvPr>
            <p:ph type="sldNum" sz="quarter" idx="5"/>
          </p:nvPr>
        </p:nvSpPr>
        <p:spPr/>
        <p:txBody>
          <a:bodyPr/>
          <a:lstStyle/>
          <a:p>
            <a:pPr rtl="0"/>
            <a:fld id="{5A9B2C62-FE30-453D-946B-754E9E42C845}" type="slidenum">
              <a:rPr lang="es-ES" smtClean="0"/>
              <a:t>21</a:t>
            </a:fld>
            <a:endParaRPr lang="es-ES"/>
          </a:p>
        </p:txBody>
      </p:sp>
    </p:spTree>
    <p:extLst>
      <p:ext uri="{BB962C8B-B14F-4D97-AF65-F5344CB8AC3E}">
        <p14:creationId xmlns:p14="http://schemas.microsoft.com/office/powerpoint/2010/main" val="163215010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_tradnl" sz="1200" kern="1200" dirty="0">
                <a:solidFill>
                  <a:schemeClr val="tx1"/>
                </a:solidFill>
                <a:effectLst/>
                <a:latin typeface="+mn-lt"/>
                <a:ea typeface="+mn-ea"/>
                <a:cs typeface="+mn-cs"/>
              </a:rPr>
              <a:t>Los resultados obtenidos permiten considerar el videojuego como una herramienta con potencial para el trabajo de la capacidad de planificación. Sin embargo, los resultados no permiten afirmar que las habilidades desarrolladas se transfieran a situaciones de la vida cotidiana. </a:t>
            </a:r>
            <a:endParaRPr lang="es-ES" dirty="0"/>
          </a:p>
        </p:txBody>
      </p:sp>
      <p:sp>
        <p:nvSpPr>
          <p:cNvPr id="4" name="Marcador de número de diapositiva 3"/>
          <p:cNvSpPr>
            <a:spLocks noGrp="1"/>
          </p:cNvSpPr>
          <p:nvPr>
            <p:ph type="sldNum" sz="quarter" idx="5"/>
          </p:nvPr>
        </p:nvSpPr>
        <p:spPr/>
        <p:txBody>
          <a:bodyPr/>
          <a:lstStyle/>
          <a:p>
            <a:pPr rtl="0"/>
            <a:fld id="{5A9B2C62-FE30-453D-946B-754E9E42C845}" type="slidenum">
              <a:rPr lang="es-ES" smtClean="0"/>
              <a:t>22</a:t>
            </a:fld>
            <a:endParaRPr lang="es-ES"/>
          </a:p>
        </p:txBody>
      </p:sp>
    </p:spTree>
    <p:extLst>
      <p:ext uri="{BB962C8B-B14F-4D97-AF65-F5344CB8AC3E}">
        <p14:creationId xmlns:p14="http://schemas.microsoft.com/office/powerpoint/2010/main" val="112119760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F78BB6-1AC6-EC59-715F-A74D47C2048F}"/>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3929D548-CF07-941A-C37A-8CE85B613338}"/>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1D2A337A-F7AE-8CA1-5551-911791CE3E99}"/>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6630C973-E9BA-0393-C2F9-8F12440A09FE}"/>
              </a:ext>
            </a:extLst>
          </p:cNvPr>
          <p:cNvSpPr>
            <a:spLocks noGrp="1"/>
          </p:cNvSpPr>
          <p:nvPr>
            <p:ph type="sldNum" sz="quarter" idx="5"/>
          </p:nvPr>
        </p:nvSpPr>
        <p:spPr/>
        <p:txBody>
          <a:bodyPr/>
          <a:lstStyle/>
          <a:p>
            <a:pPr rtl="0"/>
            <a:fld id="{5A9B2C62-FE30-453D-946B-754E9E42C845}" type="slidenum">
              <a:rPr lang="es-ES" smtClean="0"/>
              <a:t>23</a:t>
            </a:fld>
            <a:endParaRPr lang="es-ES"/>
          </a:p>
        </p:txBody>
      </p:sp>
    </p:spTree>
    <p:extLst>
      <p:ext uri="{BB962C8B-B14F-4D97-AF65-F5344CB8AC3E}">
        <p14:creationId xmlns:p14="http://schemas.microsoft.com/office/powerpoint/2010/main" val="214830006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rtlCol="0"/>
          <a:lstStyle/>
          <a:p>
            <a:pPr rtl="0"/>
            <a:endParaRPr lang="es-ES"/>
          </a:p>
        </p:txBody>
      </p:sp>
      <p:sp>
        <p:nvSpPr>
          <p:cNvPr id="4" name="Marcador de número de diapositiva 3"/>
          <p:cNvSpPr>
            <a:spLocks noGrp="1"/>
          </p:cNvSpPr>
          <p:nvPr>
            <p:ph type="sldNum" sz="quarter" idx="5"/>
          </p:nvPr>
        </p:nvSpPr>
        <p:spPr/>
        <p:txBody>
          <a:bodyPr rtlCol="0"/>
          <a:lstStyle/>
          <a:p>
            <a:pPr rtl="0"/>
            <a:fld id="{5A9B2C62-FE30-453D-946B-754E9E42C845}" type="slidenum">
              <a:rPr lang="es-ES" smtClean="0"/>
              <a:t>24</a:t>
            </a:fld>
            <a:endParaRPr lang="es-ES"/>
          </a:p>
        </p:txBody>
      </p:sp>
    </p:spTree>
    <p:extLst>
      <p:ext uri="{BB962C8B-B14F-4D97-AF65-F5344CB8AC3E}">
        <p14:creationId xmlns:p14="http://schemas.microsoft.com/office/powerpoint/2010/main" val="180133173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ítulo">
    <p:bg>
      <p:bgPr>
        <a:solidFill>
          <a:schemeClr val="accent2"/>
        </a:solidFill>
        <a:effectLst/>
      </p:bgPr>
    </p:bg>
    <p:spTree>
      <p:nvGrpSpPr>
        <p:cNvPr id="1" name=""/>
        <p:cNvGrpSpPr/>
        <p:nvPr/>
      </p:nvGrpSpPr>
      <p:grpSpPr>
        <a:xfrm>
          <a:off x="0" y="0"/>
          <a:ext cx="0" cy="0"/>
          <a:chOff x="0" y="0"/>
          <a:chExt cx="0" cy="0"/>
        </a:xfrm>
      </p:grpSpPr>
      <p:sp>
        <p:nvSpPr>
          <p:cNvPr id="12" name="Marcador de texto 21">
            <a:extLst>
              <a:ext uri="{FF2B5EF4-FFF2-40B4-BE49-F238E27FC236}">
                <a16:creationId xmlns:a16="http://schemas.microsoft.com/office/drawing/2014/main" id="{F2964EA8-200F-47C5-90C2-1DBA3D6D7CDB}"/>
              </a:ext>
            </a:extLst>
          </p:cNvPr>
          <p:cNvSpPr>
            <a:spLocks noGrp="1"/>
          </p:cNvSpPr>
          <p:nvPr>
            <p:ph type="body" sz="quarter" idx="12"/>
          </p:nvPr>
        </p:nvSpPr>
        <p:spPr>
          <a:xfrm>
            <a:off x="1028700" y="5078187"/>
            <a:ext cx="3222058" cy="964620"/>
          </a:xfrm>
        </p:spPr>
        <p:txBody>
          <a:bodyPr rtlCol="0">
            <a:noAutofit/>
          </a:bodyPr>
          <a:lstStyle>
            <a:lvl1pPr marL="0" indent="0">
              <a:buNone/>
              <a:defRPr sz="1400">
                <a:solidFill>
                  <a:schemeClr val="accent2">
                    <a:lumMod val="50000"/>
                  </a:schemeClr>
                </a:solidFill>
              </a:defRPr>
            </a:lvl1pPr>
            <a:lvl2pPr marL="457200" indent="0">
              <a:buNone/>
              <a:defRPr sz="1400">
                <a:solidFill>
                  <a:schemeClr val="bg2">
                    <a:lumMod val="50000"/>
                  </a:schemeClr>
                </a:solidFill>
              </a:defRPr>
            </a:lvl2pPr>
            <a:lvl3pPr marL="914400" indent="0">
              <a:buNone/>
              <a:defRPr sz="1400">
                <a:solidFill>
                  <a:schemeClr val="bg2">
                    <a:lumMod val="50000"/>
                  </a:schemeClr>
                </a:solidFill>
              </a:defRPr>
            </a:lvl3pPr>
            <a:lvl4pPr marL="1371600" indent="0">
              <a:buNone/>
              <a:defRPr sz="1400">
                <a:solidFill>
                  <a:schemeClr val="bg2">
                    <a:lumMod val="50000"/>
                  </a:schemeClr>
                </a:solidFill>
              </a:defRPr>
            </a:lvl4pPr>
            <a:lvl5pPr marL="1828800" indent="0">
              <a:buNone/>
              <a:defRPr sz="1400">
                <a:solidFill>
                  <a:schemeClr val="bg2">
                    <a:lumMod val="50000"/>
                  </a:schemeClr>
                </a:solidFill>
              </a:defRPr>
            </a:lvl5pPr>
          </a:lstStyle>
          <a:p>
            <a:pPr lvl="0" rtl="0"/>
            <a:r>
              <a:rPr lang="es-ES" noProof="0"/>
              <a:t>Haga clic para modificar los estilos de texto del patrón</a:t>
            </a:r>
          </a:p>
        </p:txBody>
      </p:sp>
      <p:sp>
        <p:nvSpPr>
          <p:cNvPr id="13" name="Marcador de posición de imagen 19">
            <a:extLst>
              <a:ext uri="{FF2B5EF4-FFF2-40B4-BE49-F238E27FC236}">
                <a16:creationId xmlns:a16="http://schemas.microsoft.com/office/drawing/2014/main" id="{7878E298-5074-4E51-993E-34931A897F12}"/>
              </a:ext>
            </a:extLst>
          </p:cNvPr>
          <p:cNvSpPr>
            <a:spLocks noGrp="1"/>
          </p:cNvSpPr>
          <p:nvPr>
            <p:ph type="pic" sz="quarter" idx="11"/>
          </p:nvPr>
        </p:nvSpPr>
        <p:spPr>
          <a:xfrm>
            <a:off x="6221413" y="0"/>
            <a:ext cx="4941887" cy="5726113"/>
          </a:xfrm>
        </p:spPr>
        <p:txBody>
          <a:bodyPr rtlCol="0"/>
          <a:lstStyle/>
          <a:p>
            <a:pPr rtl="0"/>
            <a:r>
              <a:rPr lang="es-ES" noProof="0"/>
              <a:t>Haga clic en el icono para agregar una imagen</a:t>
            </a:r>
          </a:p>
        </p:txBody>
      </p:sp>
      <p:cxnSp>
        <p:nvCxnSpPr>
          <p:cNvPr id="15" name="Conector recto 14">
            <a:extLst>
              <a:ext uri="{FF2B5EF4-FFF2-40B4-BE49-F238E27FC236}">
                <a16:creationId xmlns:a16="http://schemas.microsoft.com/office/drawing/2014/main" id="{42D26D0E-18C6-4DB1-B3A5-75E29BD65B17}"/>
              </a:ext>
            </a:extLst>
          </p:cNvPr>
          <p:cNvCxnSpPr>
            <a:cxnSpLocks/>
          </p:cNvCxnSpPr>
          <p:nvPr userDrawn="1"/>
        </p:nvCxnSpPr>
        <p:spPr>
          <a:xfrm>
            <a:off x="1028700" y="457211"/>
            <a:ext cx="1142999" cy="0"/>
          </a:xfrm>
          <a:prstGeom prst="line">
            <a:avLst/>
          </a:prstGeom>
          <a:noFill/>
          <a:ln w="15875" cap="flat" cmpd="sng" algn="ctr">
            <a:solidFill>
              <a:schemeClr val="accent2">
                <a:lumMod val="50000"/>
              </a:schemeClr>
            </a:solidFill>
            <a:prstDash val="solid"/>
            <a:miter lim="800000"/>
          </a:ln>
          <a:effectLst/>
        </p:spPr>
      </p:cxnSp>
      <p:sp>
        <p:nvSpPr>
          <p:cNvPr id="2" name="Título 1">
            <a:extLst>
              <a:ext uri="{FF2B5EF4-FFF2-40B4-BE49-F238E27FC236}">
                <a16:creationId xmlns:a16="http://schemas.microsoft.com/office/drawing/2014/main" id="{3989B90B-5C3C-4760-9360-5AE10BF87B9D}"/>
              </a:ext>
            </a:extLst>
          </p:cNvPr>
          <p:cNvSpPr>
            <a:spLocks noGrp="1"/>
          </p:cNvSpPr>
          <p:nvPr>
            <p:ph type="title"/>
          </p:nvPr>
        </p:nvSpPr>
        <p:spPr>
          <a:xfrm>
            <a:off x="914513" y="876299"/>
            <a:ext cx="5181486" cy="2242441"/>
          </a:xfrm>
        </p:spPr>
        <p:txBody>
          <a:bodyPr vert="horz" lIns="91440" tIns="45720" rIns="91440" bIns="45720" rtlCol="0" anchor="t">
            <a:normAutofit/>
          </a:bodyPr>
          <a:lstStyle>
            <a:lvl1pPr>
              <a:lnSpc>
                <a:spcPct val="90000"/>
              </a:lnSpc>
              <a:defRPr lang="en-US" sz="7200">
                <a:solidFill>
                  <a:schemeClr val="accent2">
                    <a:lumMod val="50000"/>
                  </a:schemeClr>
                </a:solidFill>
                <a:ea typeface="+mn-ea"/>
                <a:cs typeface="+mn-cs"/>
              </a:defRPr>
            </a:lvl1pPr>
          </a:lstStyle>
          <a:p>
            <a:pPr marL="0" lvl="0" indent="0" rtl="0">
              <a:lnSpc>
                <a:spcPts val="6500"/>
              </a:lnSpc>
              <a:spcBef>
                <a:spcPts val="1000"/>
              </a:spcBef>
              <a:buFont typeface="Arial" panose="020B0604020202020204" pitchFamily="34" charset="0"/>
            </a:pPr>
            <a:r>
              <a:rPr lang="es-ES" noProof="0"/>
              <a:t>Haga clic para modificar el estilo de título del patrón</a:t>
            </a:r>
          </a:p>
        </p:txBody>
      </p:sp>
    </p:spTree>
    <p:extLst>
      <p:ext uri="{BB962C8B-B14F-4D97-AF65-F5344CB8AC3E}">
        <p14:creationId xmlns:p14="http://schemas.microsoft.com/office/powerpoint/2010/main" val="2916498579"/>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bg>
      <p:bgRef idx="1001">
        <a:schemeClr val="bg2"/>
      </p:bgRef>
    </p:bg>
    <p:spTree>
      <p:nvGrpSpPr>
        <p:cNvPr id="1" name=""/>
        <p:cNvGrpSpPr/>
        <p:nvPr/>
      </p:nvGrpSpPr>
      <p:grpSpPr>
        <a:xfrm>
          <a:off x="0" y="0"/>
          <a:ext cx="0" cy="0"/>
          <a:chOff x="0" y="0"/>
          <a:chExt cx="0" cy="0"/>
        </a:xfrm>
      </p:grpSpPr>
      <p:sp>
        <p:nvSpPr>
          <p:cNvPr id="28" name="Marcador de texto 27">
            <a:extLst>
              <a:ext uri="{FF2B5EF4-FFF2-40B4-BE49-F238E27FC236}">
                <a16:creationId xmlns:a16="http://schemas.microsoft.com/office/drawing/2014/main" id="{661D25CF-5413-4949-A54A-8716608406B5}"/>
              </a:ext>
            </a:extLst>
          </p:cNvPr>
          <p:cNvSpPr>
            <a:spLocks noGrp="1"/>
          </p:cNvSpPr>
          <p:nvPr>
            <p:ph type="body" sz="quarter" idx="11"/>
          </p:nvPr>
        </p:nvSpPr>
        <p:spPr>
          <a:xfrm>
            <a:off x="7258050" y="2000250"/>
            <a:ext cx="4667250" cy="3398837"/>
          </a:xfrm>
        </p:spPr>
        <p:txBody>
          <a:bodyPr rtlCol="0">
            <a:normAutofit/>
          </a:bodyPr>
          <a:lstStyle>
            <a:lvl1pPr marL="0" indent="0">
              <a:lnSpc>
                <a:spcPct val="150000"/>
              </a:lnSpc>
              <a:buNone/>
              <a:defRPr sz="2000">
                <a:solidFill>
                  <a:schemeClr val="accent2">
                    <a:lumMod val="50000"/>
                  </a:schemeClr>
                </a:solidFill>
              </a:defRPr>
            </a:lvl1pPr>
          </a:lstStyle>
          <a:p>
            <a:pPr lvl="0" rtl="0"/>
            <a:r>
              <a:rPr lang="es-ES" noProof="0"/>
              <a:t>Haga clic para modificar los estilos de texto del patrón</a:t>
            </a:r>
          </a:p>
        </p:txBody>
      </p:sp>
      <p:sp>
        <p:nvSpPr>
          <p:cNvPr id="35" name="Marcador de fecha 3">
            <a:extLst>
              <a:ext uri="{FF2B5EF4-FFF2-40B4-BE49-F238E27FC236}">
                <a16:creationId xmlns:a16="http://schemas.microsoft.com/office/drawing/2014/main" id="{224E3A4F-8479-4D38-A6D4-85F0883F379F}"/>
              </a:ext>
            </a:extLst>
          </p:cNvPr>
          <p:cNvSpPr>
            <a:spLocks noGrp="1"/>
          </p:cNvSpPr>
          <p:nvPr>
            <p:ph type="dt" sz="half" idx="2"/>
          </p:nvPr>
        </p:nvSpPr>
        <p:spPr>
          <a:xfrm>
            <a:off x="133350" y="6486982"/>
            <a:ext cx="2743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pPr rtl="0"/>
            <a:fld id="{0738938F-3D5B-4C77-859B-B6E2D8C36DB9}" type="datetime1">
              <a:rPr lang="es-ES" noProof="0" smtClean="0"/>
              <a:t>16/09/2026</a:t>
            </a:fld>
            <a:endParaRPr lang="es-ES" noProof="0"/>
          </a:p>
        </p:txBody>
      </p:sp>
      <p:sp>
        <p:nvSpPr>
          <p:cNvPr id="36" name="Marcador de número de diapositiva 5">
            <a:extLst>
              <a:ext uri="{FF2B5EF4-FFF2-40B4-BE49-F238E27FC236}">
                <a16:creationId xmlns:a16="http://schemas.microsoft.com/office/drawing/2014/main" id="{D5A5341A-4863-40E8-8B9A-FB4E719257AE}"/>
              </a:ext>
            </a:extLst>
          </p:cNvPr>
          <p:cNvSpPr>
            <a:spLocks noGrp="1"/>
          </p:cNvSpPr>
          <p:nvPr>
            <p:ph type="sldNum" sz="quarter" idx="4"/>
          </p:nvPr>
        </p:nvSpPr>
        <p:spPr>
          <a:xfrm>
            <a:off x="9315450" y="6486982"/>
            <a:ext cx="2743200" cy="365125"/>
          </a:xfrm>
          <a:prstGeom prst="rect">
            <a:avLst/>
          </a:prstGeom>
        </p:spPr>
        <p:txBody>
          <a:bodyPr vert="horz" lIns="91440" tIns="45720" rIns="91440" bIns="45720" rtlCol="0" anchor="ctr"/>
          <a:lstStyle>
            <a:lvl1pPr algn="r">
              <a:defRPr sz="900">
                <a:solidFill>
                  <a:schemeClr val="tx1">
                    <a:tint val="75000"/>
                  </a:schemeClr>
                </a:solidFill>
                <a:latin typeface="Biome Light" panose="020B0303030204020804" pitchFamily="34" charset="0"/>
                <a:cs typeface="Biome Light" panose="020B0303030204020804" pitchFamily="34" charset="0"/>
              </a:defRPr>
            </a:lvl1pPr>
          </a:lstStyle>
          <a:p>
            <a:pPr rtl="0"/>
            <a:fld id="{294A09A9-5501-47C1-A89A-A340965A2BE2}" type="slidenum">
              <a:rPr lang="es-ES" noProof="0" smtClean="0"/>
              <a:pPr rtl="0"/>
              <a:t>‹Nº›</a:t>
            </a:fld>
            <a:endParaRPr lang="es-ES" noProof="0"/>
          </a:p>
        </p:txBody>
      </p:sp>
      <p:sp>
        <p:nvSpPr>
          <p:cNvPr id="2" name="Título 1">
            <a:extLst>
              <a:ext uri="{FF2B5EF4-FFF2-40B4-BE49-F238E27FC236}">
                <a16:creationId xmlns:a16="http://schemas.microsoft.com/office/drawing/2014/main" id="{6AD2FED0-CD95-48B0-B54A-1F64F952C6C0}"/>
              </a:ext>
            </a:extLst>
          </p:cNvPr>
          <p:cNvSpPr>
            <a:spLocks noGrp="1"/>
          </p:cNvSpPr>
          <p:nvPr>
            <p:ph type="title"/>
          </p:nvPr>
        </p:nvSpPr>
        <p:spPr>
          <a:xfrm>
            <a:off x="914513" y="876299"/>
            <a:ext cx="5181486" cy="2242441"/>
          </a:xfrm>
        </p:spPr>
        <p:txBody>
          <a:bodyPr vert="horz" lIns="91440" tIns="45720" rIns="91440" bIns="45720" rtlCol="0" anchor="t">
            <a:normAutofit/>
          </a:bodyPr>
          <a:lstStyle>
            <a:lvl1pPr>
              <a:defRPr lang="en-US" sz="7200">
                <a:solidFill>
                  <a:schemeClr val="accent2">
                    <a:lumMod val="50000"/>
                  </a:schemeClr>
                </a:solidFill>
                <a:ea typeface="+mn-ea"/>
                <a:cs typeface="+mn-cs"/>
              </a:defRPr>
            </a:lvl1pPr>
          </a:lstStyle>
          <a:p>
            <a:pPr marL="0" lvl="0" indent="0" rtl="0">
              <a:lnSpc>
                <a:spcPts val="6500"/>
              </a:lnSpc>
              <a:spcBef>
                <a:spcPts val="1000"/>
              </a:spcBef>
              <a:buFont typeface="Arial" panose="020B0604020202020204" pitchFamily="34" charset="0"/>
            </a:pPr>
            <a:r>
              <a:rPr lang="es-ES" noProof="0"/>
              <a:t>Haga clic para modificar el estilo de título del patrón</a:t>
            </a:r>
          </a:p>
        </p:txBody>
      </p:sp>
      <p:cxnSp>
        <p:nvCxnSpPr>
          <p:cNvPr id="3" name="Conector recto 2">
            <a:extLst>
              <a:ext uri="{FF2B5EF4-FFF2-40B4-BE49-F238E27FC236}">
                <a16:creationId xmlns:a16="http://schemas.microsoft.com/office/drawing/2014/main" id="{68EF5E91-A275-4181-9C62-BC0773AD0512}"/>
              </a:ext>
            </a:extLst>
          </p:cNvPr>
          <p:cNvCxnSpPr>
            <a:cxnSpLocks/>
          </p:cNvCxnSpPr>
          <p:nvPr userDrawn="1"/>
        </p:nvCxnSpPr>
        <p:spPr>
          <a:xfrm>
            <a:off x="1028700" y="457211"/>
            <a:ext cx="1142999" cy="0"/>
          </a:xfrm>
          <a:prstGeom prst="line">
            <a:avLst/>
          </a:prstGeom>
          <a:ln w="15875">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82271272"/>
      </p:ext>
    </p:extLst>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Introducción">
    <p:bg>
      <p:bgPr>
        <a:solidFill>
          <a:schemeClr val="accent1"/>
        </a:solidFill>
        <a:effectLst/>
      </p:bgPr>
    </p:bg>
    <p:spTree>
      <p:nvGrpSpPr>
        <p:cNvPr id="1" name=""/>
        <p:cNvGrpSpPr/>
        <p:nvPr/>
      </p:nvGrpSpPr>
      <p:grpSpPr>
        <a:xfrm>
          <a:off x="0" y="0"/>
          <a:ext cx="0" cy="0"/>
          <a:chOff x="0" y="0"/>
          <a:chExt cx="0" cy="0"/>
        </a:xfrm>
      </p:grpSpPr>
      <p:sp>
        <p:nvSpPr>
          <p:cNvPr id="17" name="Marcador de posición de imagen 15">
            <a:extLst>
              <a:ext uri="{FF2B5EF4-FFF2-40B4-BE49-F238E27FC236}">
                <a16:creationId xmlns:a16="http://schemas.microsoft.com/office/drawing/2014/main" id="{423630CA-0A51-4B04-A57B-9E412A8FCD1F}"/>
              </a:ext>
            </a:extLst>
          </p:cNvPr>
          <p:cNvSpPr>
            <a:spLocks noGrp="1"/>
          </p:cNvSpPr>
          <p:nvPr>
            <p:ph type="pic" sz="quarter" idx="12"/>
          </p:nvPr>
        </p:nvSpPr>
        <p:spPr>
          <a:xfrm>
            <a:off x="8847137" y="3862387"/>
            <a:ext cx="2316163" cy="2538413"/>
          </a:xfrm>
        </p:spPr>
        <p:txBody>
          <a:bodyPr rtlCol="0"/>
          <a:lstStyle/>
          <a:p>
            <a:pPr rtl="0"/>
            <a:r>
              <a:rPr lang="es-ES" noProof="0"/>
              <a:t>Haga clic en el icono para agregar una imagen</a:t>
            </a:r>
          </a:p>
        </p:txBody>
      </p:sp>
      <p:sp>
        <p:nvSpPr>
          <p:cNvPr id="16" name="Marcador de posición de imagen 15">
            <a:extLst>
              <a:ext uri="{FF2B5EF4-FFF2-40B4-BE49-F238E27FC236}">
                <a16:creationId xmlns:a16="http://schemas.microsoft.com/office/drawing/2014/main" id="{3C994AE8-9E30-418E-8361-5D851AFA42C5}"/>
              </a:ext>
            </a:extLst>
          </p:cNvPr>
          <p:cNvSpPr>
            <a:spLocks noGrp="1"/>
          </p:cNvSpPr>
          <p:nvPr>
            <p:ph type="pic" sz="quarter" idx="11"/>
          </p:nvPr>
        </p:nvSpPr>
        <p:spPr>
          <a:xfrm>
            <a:off x="6210300" y="3854450"/>
            <a:ext cx="2316163" cy="2538413"/>
          </a:xfrm>
        </p:spPr>
        <p:txBody>
          <a:bodyPr rtlCol="0"/>
          <a:lstStyle/>
          <a:p>
            <a:pPr rtl="0"/>
            <a:r>
              <a:rPr lang="es-ES" noProof="0"/>
              <a:t>Haga clic en el icono para agregar una imagen</a:t>
            </a:r>
          </a:p>
        </p:txBody>
      </p:sp>
      <p:sp>
        <p:nvSpPr>
          <p:cNvPr id="14" name="Marcador de posición de imagen 13">
            <a:extLst>
              <a:ext uri="{FF2B5EF4-FFF2-40B4-BE49-F238E27FC236}">
                <a16:creationId xmlns:a16="http://schemas.microsoft.com/office/drawing/2014/main" id="{3D4E5783-2917-458E-BE61-F3D5AAA8F976}"/>
              </a:ext>
            </a:extLst>
          </p:cNvPr>
          <p:cNvSpPr>
            <a:spLocks noGrp="1"/>
          </p:cNvSpPr>
          <p:nvPr>
            <p:ph type="pic" sz="quarter" idx="10"/>
          </p:nvPr>
        </p:nvSpPr>
        <p:spPr>
          <a:xfrm>
            <a:off x="6210300" y="465138"/>
            <a:ext cx="4953000" cy="3090862"/>
          </a:xfrm>
        </p:spPr>
        <p:txBody>
          <a:bodyPr rtlCol="0"/>
          <a:lstStyle/>
          <a:p>
            <a:pPr rtl="0"/>
            <a:r>
              <a:rPr lang="es-ES" noProof="0"/>
              <a:t>Haga clic en el icono para agregar una imagen</a:t>
            </a:r>
          </a:p>
        </p:txBody>
      </p:sp>
      <p:sp>
        <p:nvSpPr>
          <p:cNvPr id="23" name="Marcador de texto 22">
            <a:extLst>
              <a:ext uri="{FF2B5EF4-FFF2-40B4-BE49-F238E27FC236}">
                <a16:creationId xmlns:a16="http://schemas.microsoft.com/office/drawing/2014/main" id="{B1D734B5-5F1C-4E34-81FF-AD75105E8391}"/>
              </a:ext>
            </a:extLst>
          </p:cNvPr>
          <p:cNvSpPr>
            <a:spLocks noGrp="1"/>
          </p:cNvSpPr>
          <p:nvPr>
            <p:ph type="body" sz="quarter" idx="15" hasCustomPrompt="1"/>
          </p:nvPr>
        </p:nvSpPr>
        <p:spPr>
          <a:xfrm>
            <a:off x="761917" y="517972"/>
            <a:ext cx="2956560" cy="1333500"/>
          </a:xfrm>
        </p:spPr>
        <p:txBody>
          <a:bodyPr rtlCol="0">
            <a:noAutofit/>
          </a:bodyPr>
          <a:lstStyle>
            <a:lvl1pPr marL="0" indent="0">
              <a:lnSpc>
                <a:spcPct val="90000"/>
              </a:lnSpc>
              <a:buNone/>
              <a:defRPr sz="8800" b="1">
                <a:solidFill>
                  <a:schemeClr val="bg1"/>
                </a:solidFill>
                <a:latin typeface="+mj-lt"/>
              </a:defRPr>
            </a:lvl1pPr>
          </a:lstStyle>
          <a:p>
            <a:pPr lvl="0" rtl="0"/>
            <a:r>
              <a:rPr lang="es-ES" noProof="0"/>
              <a:t>01</a:t>
            </a:r>
          </a:p>
        </p:txBody>
      </p:sp>
      <p:sp>
        <p:nvSpPr>
          <p:cNvPr id="19" name="Marcador de texto 18">
            <a:extLst>
              <a:ext uri="{FF2B5EF4-FFF2-40B4-BE49-F238E27FC236}">
                <a16:creationId xmlns:a16="http://schemas.microsoft.com/office/drawing/2014/main" id="{65757DE8-43D6-4A47-ABC9-B39EC8016CB2}"/>
              </a:ext>
            </a:extLst>
          </p:cNvPr>
          <p:cNvSpPr>
            <a:spLocks noGrp="1"/>
          </p:cNvSpPr>
          <p:nvPr>
            <p:ph type="body" sz="quarter" idx="13"/>
          </p:nvPr>
        </p:nvSpPr>
        <p:spPr>
          <a:xfrm>
            <a:off x="1040130" y="2009775"/>
            <a:ext cx="3924300" cy="4391025"/>
          </a:xfrm>
        </p:spPr>
        <p:txBody>
          <a:bodyPr rtlCol="0">
            <a:normAutofit/>
          </a:bodyPr>
          <a:lstStyle>
            <a:lvl1pPr marL="0" indent="0">
              <a:lnSpc>
                <a:spcPct val="150000"/>
              </a:lnSpc>
              <a:buNone/>
              <a:defRPr sz="1600">
                <a:solidFill>
                  <a:schemeClr val="accent2">
                    <a:lumMod val="50000"/>
                  </a:schemeClr>
                </a:solidFill>
              </a:defRPr>
            </a:lvl1pPr>
            <a:lvl2pPr marL="457200" indent="0">
              <a:buNone/>
              <a:defRPr sz="2000">
                <a:solidFill>
                  <a:schemeClr val="tx2">
                    <a:lumMod val="50000"/>
                  </a:schemeClr>
                </a:solidFill>
              </a:defRPr>
            </a:lvl2pPr>
            <a:lvl3pPr marL="914400" indent="0">
              <a:buNone/>
              <a:defRPr sz="1800">
                <a:solidFill>
                  <a:schemeClr val="tx2">
                    <a:lumMod val="50000"/>
                  </a:schemeClr>
                </a:solidFill>
              </a:defRPr>
            </a:lvl3pPr>
            <a:lvl4pPr marL="1371600" indent="0">
              <a:buNone/>
              <a:defRPr sz="1600">
                <a:solidFill>
                  <a:schemeClr val="tx2">
                    <a:lumMod val="50000"/>
                  </a:schemeClr>
                </a:solidFill>
              </a:defRPr>
            </a:lvl4pPr>
            <a:lvl5pPr marL="1828800" indent="0">
              <a:buNone/>
              <a:defRPr sz="1600">
                <a:solidFill>
                  <a:schemeClr val="tx2">
                    <a:lumMod val="50000"/>
                  </a:schemeClr>
                </a:solidFill>
              </a:defRPr>
            </a:lvl5pPr>
          </a:lstStyle>
          <a:p>
            <a:pPr lvl="0" rtl="0"/>
            <a:r>
              <a:rPr lang="es-ES" noProof="0"/>
              <a:t>Haga clic para modificar los estilos de texto del patrón</a:t>
            </a:r>
          </a:p>
        </p:txBody>
      </p:sp>
      <p:sp>
        <p:nvSpPr>
          <p:cNvPr id="30" name="Marcador de fecha 3">
            <a:extLst>
              <a:ext uri="{FF2B5EF4-FFF2-40B4-BE49-F238E27FC236}">
                <a16:creationId xmlns:a16="http://schemas.microsoft.com/office/drawing/2014/main" id="{984C97B0-0D42-4831-9ABD-390370C0F0B6}"/>
              </a:ext>
            </a:extLst>
          </p:cNvPr>
          <p:cNvSpPr>
            <a:spLocks noGrp="1"/>
          </p:cNvSpPr>
          <p:nvPr>
            <p:ph type="dt" sz="half" idx="2"/>
          </p:nvPr>
        </p:nvSpPr>
        <p:spPr>
          <a:xfrm>
            <a:off x="133350" y="6486982"/>
            <a:ext cx="2743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pPr rtl="0"/>
            <a:fld id="{02CCEC5A-5F2C-4493-B534-A154CE6B0204}" type="datetime1">
              <a:rPr lang="es-ES" noProof="0" smtClean="0"/>
              <a:t>16/09/2026</a:t>
            </a:fld>
            <a:endParaRPr lang="es-ES" noProof="0"/>
          </a:p>
        </p:txBody>
      </p:sp>
      <p:sp>
        <p:nvSpPr>
          <p:cNvPr id="31" name="Marcador de número de diapositiva 5">
            <a:extLst>
              <a:ext uri="{FF2B5EF4-FFF2-40B4-BE49-F238E27FC236}">
                <a16:creationId xmlns:a16="http://schemas.microsoft.com/office/drawing/2014/main" id="{CE8438DF-723C-49AB-AD18-1C40F107F5BC}"/>
              </a:ext>
            </a:extLst>
          </p:cNvPr>
          <p:cNvSpPr>
            <a:spLocks noGrp="1"/>
          </p:cNvSpPr>
          <p:nvPr>
            <p:ph type="sldNum" sz="quarter" idx="4"/>
          </p:nvPr>
        </p:nvSpPr>
        <p:spPr>
          <a:xfrm>
            <a:off x="9315450" y="6486982"/>
            <a:ext cx="2743200" cy="365125"/>
          </a:xfrm>
          <a:prstGeom prst="rect">
            <a:avLst/>
          </a:prstGeom>
        </p:spPr>
        <p:txBody>
          <a:bodyPr vert="horz" lIns="91440" tIns="45720" rIns="91440" bIns="45720" rtlCol="0" anchor="ctr"/>
          <a:lstStyle>
            <a:lvl1pPr algn="r">
              <a:defRPr sz="900">
                <a:solidFill>
                  <a:schemeClr val="tx1">
                    <a:tint val="75000"/>
                  </a:schemeClr>
                </a:solidFill>
                <a:latin typeface="Biome Light" panose="020B0303030204020804" pitchFamily="34" charset="0"/>
                <a:cs typeface="Biome Light" panose="020B0303030204020804" pitchFamily="34" charset="0"/>
              </a:defRPr>
            </a:lvl1pPr>
          </a:lstStyle>
          <a:p>
            <a:pPr rtl="0"/>
            <a:fld id="{294A09A9-5501-47C1-A89A-A340965A2BE2}" type="slidenum">
              <a:rPr lang="es-ES" noProof="0" smtClean="0"/>
              <a:pPr rtl="0"/>
              <a:t>‹Nº›</a:t>
            </a:fld>
            <a:endParaRPr lang="es-ES" noProof="0"/>
          </a:p>
        </p:txBody>
      </p:sp>
      <p:sp>
        <p:nvSpPr>
          <p:cNvPr id="2" name="Título 1">
            <a:extLst>
              <a:ext uri="{FF2B5EF4-FFF2-40B4-BE49-F238E27FC236}">
                <a16:creationId xmlns:a16="http://schemas.microsoft.com/office/drawing/2014/main" id="{6032FDE8-62A6-4290-88E6-2795313DE27E}"/>
              </a:ext>
            </a:extLst>
          </p:cNvPr>
          <p:cNvSpPr>
            <a:spLocks noGrp="1"/>
          </p:cNvSpPr>
          <p:nvPr>
            <p:ph type="title" hasCustomPrompt="1"/>
          </p:nvPr>
        </p:nvSpPr>
        <p:spPr>
          <a:xfrm>
            <a:off x="1028700" y="465137"/>
            <a:ext cx="3935647" cy="1340615"/>
          </a:xfrm>
        </p:spPr>
        <p:txBody>
          <a:bodyPr vert="horz" lIns="91440" tIns="45720" rIns="91440" bIns="45720" rtlCol="0" anchor="ctr">
            <a:noAutofit/>
          </a:bodyPr>
          <a:lstStyle>
            <a:lvl1pPr>
              <a:defRPr lang="en-US">
                <a:solidFill>
                  <a:schemeClr val="accent2">
                    <a:lumMod val="50000"/>
                  </a:schemeClr>
                </a:solidFill>
                <a:latin typeface="+mn-lt"/>
                <a:ea typeface="+mn-ea"/>
                <a:cs typeface="+mn-cs"/>
              </a:defRPr>
            </a:lvl1pPr>
          </a:lstStyle>
          <a:p>
            <a:pPr marL="0" lvl="0" indent="0" rtl="0">
              <a:spcBef>
                <a:spcPts val="1000"/>
              </a:spcBef>
              <a:buFont typeface="Arial" panose="020B0604020202020204" pitchFamily="34" charset="0"/>
            </a:pPr>
            <a:r>
              <a:rPr lang="es-ES" noProof="0"/>
              <a:t>Título</a:t>
            </a:r>
          </a:p>
        </p:txBody>
      </p:sp>
    </p:spTree>
    <p:extLst>
      <p:ext uri="{BB962C8B-B14F-4D97-AF65-F5344CB8AC3E}">
        <p14:creationId xmlns:p14="http://schemas.microsoft.com/office/powerpoint/2010/main" val="28026350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alto de sección">
    <p:bg>
      <p:bgPr>
        <a:solidFill>
          <a:schemeClr val="accent2"/>
        </a:solidFill>
        <a:effectLst/>
      </p:bgPr>
    </p:bg>
    <p:spTree>
      <p:nvGrpSpPr>
        <p:cNvPr id="1" name=""/>
        <p:cNvGrpSpPr/>
        <p:nvPr/>
      </p:nvGrpSpPr>
      <p:grpSpPr>
        <a:xfrm>
          <a:off x="0" y="0"/>
          <a:ext cx="0" cy="0"/>
          <a:chOff x="0" y="0"/>
          <a:chExt cx="0" cy="0"/>
        </a:xfrm>
      </p:grpSpPr>
      <p:sp>
        <p:nvSpPr>
          <p:cNvPr id="22" name="Marcador de texto 21">
            <a:extLst>
              <a:ext uri="{FF2B5EF4-FFF2-40B4-BE49-F238E27FC236}">
                <a16:creationId xmlns:a16="http://schemas.microsoft.com/office/drawing/2014/main" id="{BC85317C-3A2D-483F-B913-714129E195A2}"/>
              </a:ext>
            </a:extLst>
          </p:cNvPr>
          <p:cNvSpPr>
            <a:spLocks noGrp="1"/>
          </p:cNvSpPr>
          <p:nvPr>
            <p:ph type="body" sz="quarter" idx="13" hasCustomPrompt="1"/>
          </p:nvPr>
        </p:nvSpPr>
        <p:spPr>
          <a:xfrm>
            <a:off x="2773045" y="2426610"/>
            <a:ext cx="2378075" cy="1111250"/>
          </a:xfrm>
        </p:spPr>
        <p:txBody>
          <a:bodyPr rtlCol="0">
            <a:noAutofit/>
          </a:bodyPr>
          <a:lstStyle>
            <a:lvl1pPr marL="0" indent="0">
              <a:lnSpc>
                <a:spcPct val="90000"/>
              </a:lnSpc>
              <a:buNone/>
              <a:defRPr sz="8800">
                <a:solidFill>
                  <a:schemeClr val="bg1"/>
                </a:solidFill>
              </a:defRPr>
            </a:lvl1pPr>
          </a:lstStyle>
          <a:p>
            <a:pPr lvl="0" rtl="0"/>
            <a:r>
              <a:rPr lang="es-ES" noProof="0"/>
              <a:t>02</a:t>
            </a:r>
          </a:p>
        </p:txBody>
      </p:sp>
      <p:sp>
        <p:nvSpPr>
          <p:cNvPr id="2" name="Título 1">
            <a:extLst>
              <a:ext uri="{FF2B5EF4-FFF2-40B4-BE49-F238E27FC236}">
                <a16:creationId xmlns:a16="http://schemas.microsoft.com/office/drawing/2014/main" id="{C45DFEC7-1EEC-4FF2-868A-9799EA69FE87}"/>
              </a:ext>
            </a:extLst>
          </p:cNvPr>
          <p:cNvSpPr>
            <a:spLocks noGrp="1"/>
          </p:cNvSpPr>
          <p:nvPr>
            <p:ph type="title" hasCustomPrompt="1"/>
          </p:nvPr>
        </p:nvSpPr>
        <p:spPr>
          <a:xfrm>
            <a:off x="3037155" y="2714986"/>
            <a:ext cx="6674802" cy="655320"/>
          </a:xfrm>
        </p:spPr>
        <p:txBody>
          <a:bodyPr vert="horz" lIns="91440" tIns="45720" rIns="91440" bIns="45720" rtlCol="0">
            <a:normAutofit/>
          </a:bodyPr>
          <a:lstStyle>
            <a:lvl1pPr>
              <a:defRPr lang="en-US">
                <a:solidFill>
                  <a:schemeClr val="accent2">
                    <a:lumMod val="50000"/>
                  </a:schemeClr>
                </a:solidFill>
                <a:ea typeface="+mn-ea"/>
                <a:cs typeface="+mn-cs"/>
              </a:defRPr>
            </a:lvl1pPr>
          </a:lstStyle>
          <a:p>
            <a:pPr marL="0" lvl="0" indent="0" rtl="0">
              <a:spcBef>
                <a:spcPts val="1000"/>
              </a:spcBef>
              <a:buFont typeface="Arial" panose="020B0604020202020204" pitchFamily="34" charset="0"/>
            </a:pPr>
            <a:r>
              <a:rPr lang="es-ES" noProof="0"/>
              <a:t>Haga clic para editar el patrón</a:t>
            </a:r>
          </a:p>
        </p:txBody>
      </p:sp>
    </p:spTree>
    <p:extLst>
      <p:ext uri="{BB962C8B-B14F-4D97-AF65-F5344CB8AC3E}">
        <p14:creationId xmlns:p14="http://schemas.microsoft.com/office/powerpoint/2010/main" val="30106943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Gráfico">
    <p:bg>
      <p:bgPr>
        <a:solidFill>
          <a:schemeClr val="bg2"/>
        </a:solidFill>
        <a:effectLst/>
      </p:bgPr>
    </p:bg>
    <p:spTree>
      <p:nvGrpSpPr>
        <p:cNvPr id="1" name=""/>
        <p:cNvGrpSpPr/>
        <p:nvPr/>
      </p:nvGrpSpPr>
      <p:grpSpPr>
        <a:xfrm>
          <a:off x="0" y="0"/>
          <a:ext cx="0" cy="0"/>
          <a:chOff x="0" y="0"/>
          <a:chExt cx="0" cy="0"/>
        </a:xfrm>
      </p:grpSpPr>
      <p:sp>
        <p:nvSpPr>
          <p:cNvPr id="14" name="Marcador de fecha 3">
            <a:extLst>
              <a:ext uri="{FF2B5EF4-FFF2-40B4-BE49-F238E27FC236}">
                <a16:creationId xmlns:a16="http://schemas.microsoft.com/office/drawing/2014/main" id="{6E394D08-059F-42CF-AB8C-ED21F3BFB18A}"/>
              </a:ext>
            </a:extLst>
          </p:cNvPr>
          <p:cNvSpPr>
            <a:spLocks noGrp="1"/>
          </p:cNvSpPr>
          <p:nvPr>
            <p:ph type="dt" sz="half" idx="2"/>
          </p:nvPr>
        </p:nvSpPr>
        <p:spPr>
          <a:xfrm>
            <a:off x="133350" y="6486982"/>
            <a:ext cx="2743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pPr rtl="0"/>
            <a:fld id="{765844D1-92D8-422E-BABB-1C64F568AC19}" type="datetime1">
              <a:rPr lang="es-ES" noProof="0" smtClean="0"/>
              <a:t>16/09/2026</a:t>
            </a:fld>
            <a:endParaRPr lang="es-ES" noProof="0"/>
          </a:p>
        </p:txBody>
      </p:sp>
      <p:sp>
        <p:nvSpPr>
          <p:cNvPr id="15" name="Marcador de número de diapositiva 5">
            <a:extLst>
              <a:ext uri="{FF2B5EF4-FFF2-40B4-BE49-F238E27FC236}">
                <a16:creationId xmlns:a16="http://schemas.microsoft.com/office/drawing/2014/main" id="{BDF7B388-741A-4181-9A9E-D8FA8EC49D29}"/>
              </a:ext>
            </a:extLst>
          </p:cNvPr>
          <p:cNvSpPr>
            <a:spLocks noGrp="1"/>
          </p:cNvSpPr>
          <p:nvPr>
            <p:ph type="sldNum" sz="quarter" idx="4"/>
          </p:nvPr>
        </p:nvSpPr>
        <p:spPr>
          <a:xfrm>
            <a:off x="9315450" y="6486982"/>
            <a:ext cx="2743200" cy="365125"/>
          </a:xfrm>
          <a:prstGeom prst="rect">
            <a:avLst/>
          </a:prstGeom>
        </p:spPr>
        <p:txBody>
          <a:bodyPr vert="horz" lIns="91440" tIns="45720" rIns="91440" bIns="45720" rtlCol="0" anchor="ctr"/>
          <a:lstStyle>
            <a:lvl1pPr algn="r">
              <a:defRPr sz="900">
                <a:solidFill>
                  <a:schemeClr val="tx1">
                    <a:tint val="75000"/>
                  </a:schemeClr>
                </a:solidFill>
                <a:latin typeface="Biome Light" panose="020B0303030204020804" pitchFamily="34" charset="0"/>
                <a:cs typeface="Biome Light" panose="020B0303030204020804" pitchFamily="34" charset="0"/>
              </a:defRPr>
            </a:lvl1pPr>
          </a:lstStyle>
          <a:p>
            <a:pPr rtl="0"/>
            <a:fld id="{294A09A9-5501-47C1-A89A-A340965A2BE2}" type="slidenum">
              <a:rPr lang="es-ES" noProof="0" smtClean="0"/>
              <a:pPr rtl="0"/>
              <a:t>‹Nº›</a:t>
            </a:fld>
            <a:endParaRPr lang="es-ES" noProof="0"/>
          </a:p>
        </p:txBody>
      </p:sp>
    </p:spTree>
    <p:extLst>
      <p:ext uri="{BB962C8B-B14F-4D97-AF65-F5344CB8AC3E}">
        <p14:creationId xmlns:p14="http://schemas.microsoft.com/office/powerpoint/2010/main" val="40624600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ita">
    <p:bg>
      <p:bgPr>
        <a:solidFill>
          <a:schemeClr val="accent1"/>
        </a:solidFill>
        <a:effectLst/>
      </p:bgPr>
    </p:bg>
    <p:spTree>
      <p:nvGrpSpPr>
        <p:cNvPr id="1" name=""/>
        <p:cNvGrpSpPr/>
        <p:nvPr/>
      </p:nvGrpSpPr>
      <p:grpSpPr>
        <a:xfrm>
          <a:off x="0" y="0"/>
          <a:ext cx="0" cy="0"/>
          <a:chOff x="0" y="0"/>
          <a:chExt cx="0" cy="0"/>
        </a:xfrm>
      </p:grpSpPr>
      <p:sp>
        <p:nvSpPr>
          <p:cNvPr id="14" name="Marcador de fecha 3">
            <a:extLst>
              <a:ext uri="{FF2B5EF4-FFF2-40B4-BE49-F238E27FC236}">
                <a16:creationId xmlns:a16="http://schemas.microsoft.com/office/drawing/2014/main" id="{6E394D08-059F-42CF-AB8C-ED21F3BFB18A}"/>
              </a:ext>
            </a:extLst>
          </p:cNvPr>
          <p:cNvSpPr>
            <a:spLocks noGrp="1"/>
          </p:cNvSpPr>
          <p:nvPr>
            <p:ph type="dt" sz="half" idx="2"/>
          </p:nvPr>
        </p:nvSpPr>
        <p:spPr>
          <a:xfrm>
            <a:off x="133350" y="6486982"/>
            <a:ext cx="2743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pPr rtl="0"/>
            <a:fld id="{8DE95E1F-FE47-4A22-9027-C736D23859DE}" type="datetime1">
              <a:rPr lang="es-ES" noProof="0" smtClean="0"/>
              <a:t>16/09/2026</a:t>
            </a:fld>
            <a:endParaRPr lang="es-ES" noProof="0"/>
          </a:p>
        </p:txBody>
      </p:sp>
      <p:sp>
        <p:nvSpPr>
          <p:cNvPr id="15" name="Marcador de número de diapositiva 5">
            <a:extLst>
              <a:ext uri="{FF2B5EF4-FFF2-40B4-BE49-F238E27FC236}">
                <a16:creationId xmlns:a16="http://schemas.microsoft.com/office/drawing/2014/main" id="{BDF7B388-741A-4181-9A9E-D8FA8EC49D29}"/>
              </a:ext>
            </a:extLst>
          </p:cNvPr>
          <p:cNvSpPr>
            <a:spLocks noGrp="1"/>
          </p:cNvSpPr>
          <p:nvPr>
            <p:ph type="sldNum" sz="quarter" idx="4"/>
          </p:nvPr>
        </p:nvSpPr>
        <p:spPr>
          <a:xfrm>
            <a:off x="9315450" y="6486982"/>
            <a:ext cx="2743200" cy="365125"/>
          </a:xfrm>
          <a:prstGeom prst="rect">
            <a:avLst/>
          </a:prstGeom>
        </p:spPr>
        <p:txBody>
          <a:bodyPr vert="horz" lIns="91440" tIns="45720" rIns="91440" bIns="45720" rtlCol="0" anchor="ctr"/>
          <a:lstStyle>
            <a:lvl1pPr algn="r">
              <a:defRPr sz="900">
                <a:solidFill>
                  <a:schemeClr val="tx1">
                    <a:tint val="75000"/>
                  </a:schemeClr>
                </a:solidFill>
                <a:latin typeface="Biome Light" panose="020B0303030204020804" pitchFamily="34" charset="0"/>
                <a:cs typeface="Biome Light" panose="020B0303030204020804" pitchFamily="34" charset="0"/>
              </a:defRPr>
            </a:lvl1pPr>
          </a:lstStyle>
          <a:p>
            <a:pPr rtl="0"/>
            <a:fld id="{294A09A9-5501-47C1-A89A-A340965A2BE2}" type="slidenum">
              <a:rPr lang="es-ES" noProof="0" smtClean="0"/>
              <a:pPr rtl="0"/>
              <a:t>‹Nº›</a:t>
            </a:fld>
            <a:endParaRPr lang="es-ES" noProof="0"/>
          </a:p>
        </p:txBody>
      </p:sp>
      <p:sp>
        <p:nvSpPr>
          <p:cNvPr id="7" name="Marcador de posición de imagen 6">
            <a:extLst>
              <a:ext uri="{FF2B5EF4-FFF2-40B4-BE49-F238E27FC236}">
                <a16:creationId xmlns:a16="http://schemas.microsoft.com/office/drawing/2014/main" id="{2364FFEF-B933-46C6-A918-A80C987DB70F}"/>
              </a:ext>
            </a:extLst>
          </p:cNvPr>
          <p:cNvSpPr>
            <a:spLocks noGrp="1"/>
          </p:cNvSpPr>
          <p:nvPr>
            <p:ph type="pic" sz="quarter" idx="10"/>
          </p:nvPr>
        </p:nvSpPr>
        <p:spPr>
          <a:xfrm>
            <a:off x="1022147" y="0"/>
            <a:ext cx="3938588" cy="6400800"/>
          </a:xfrm>
        </p:spPr>
        <p:txBody>
          <a:bodyPr rtlCol="0"/>
          <a:lstStyle/>
          <a:p>
            <a:pPr rtl="0"/>
            <a:r>
              <a:rPr lang="es-ES" noProof="0"/>
              <a:t>Haga clic en el icono para agregar una imagen</a:t>
            </a:r>
          </a:p>
        </p:txBody>
      </p:sp>
      <p:pic>
        <p:nvPicPr>
          <p:cNvPr id="4" name="Imagen 3" hidden="1">
            <a:extLst>
              <a:ext uri="{FF2B5EF4-FFF2-40B4-BE49-F238E27FC236}">
                <a16:creationId xmlns:a16="http://schemas.microsoft.com/office/drawing/2014/main" id="{59E5EAF8-68C2-4910-8F66-D9320B9574C2}"/>
              </a:ext>
            </a:extLst>
          </p:cNvPr>
          <p:cNvPicPr>
            <a:picLocks noChangeAspect="1"/>
          </p:cNvPicPr>
          <p:nvPr userDrawn="1"/>
        </p:nvPicPr>
        <p:blipFill>
          <a:blip r:embed="rId2"/>
          <a:stretch>
            <a:fillRect/>
          </a:stretch>
        </p:blipFill>
        <p:spPr>
          <a:xfrm>
            <a:off x="5947967" y="2105933"/>
            <a:ext cx="5297883" cy="1024217"/>
          </a:xfrm>
          <a:prstGeom prst="rect">
            <a:avLst/>
          </a:prstGeom>
        </p:spPr>
      </p:pic>
      <p:sp>
        <p:nvSpPr>
          <p:cNvPr id="5" name="Título 4">
            <a:extLst>
              <a:ext uri="{FF2B5EF4-FFF2-40B4-BE49-F238E27FC236}">
                <a16:creationId xmlns:a16="http://schemas.microsoft.com/office/drawing/2014/main" id="{E3BE48E1-D3BE-4B52-B2EC-13A514CB0530}"/>
              </a:ext>
            </a:extLst>
          </p:cNvPr>
          <p:cNvSpPr>
            <a:spLocks noGrp="1"/>
          </p:cNvSpPr>
          <p:nvPr>
            <p:ph type="title"/>
          </p:nvPr>
        </p:nvSpPr>
        <p:spPr>
          <a:xfrm>
            <a:off x="5947966" y="2105933"/>
            <a:ext cx="5297883" cy="2237467"/>
          </a:xfrm>
        </p:spPr>
        <p:txBody>
          <a:bodyPr rtlCol="0" anchor="t">
            <a:normAutofit/>
          </a:bodyPr>
          <a:lstStyle>
            <a:lvl1pPr>
              <a:lnSpc>
                <a:spcPct val="150000"/>
              </a:lnSpc>
              <a:spcBef>
                <a:spcPts val="1000"/>
              </a:spcBef>
              <a:defRPr sz="2000">
                <a:solidFill>
                  <a:schemeClr val="accent2">
                    <a:lumMod val="50000"/>
                  </a:schemeClr>
                </a:solidFill>
              </a:defRPr>
            </a:lvl1pPr>
          </a:lstStyle>
          <a:p>
            <a:pPr rtl="0"/>
            <a:r>
              <a:rPr lang="es-ES" noProof="0"/>
              <a:t>Haga clic para modificar el estilo de título del patrón</a:t>
            </a:r>
          </a:p>
        </p:txBody>
      </p:sp>
    </p:spTree>
    <p:extLst>
      <p:ext uri="{BB962C8B-B14F-4D97-AF65-F5344CB8AC3E}">
        <p14:creationId xmlns:p14="http://schemas.microsoft.com/office/powerpoint/2010/main" val="251674530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Escala de tiempo">
    <p:bg>
      <p:bgRef idx="1001">
        <a:schemeClr val="bg2"/>
      </p:bgRef>
    </p:bg>
    <p:spTree>
      <p:nvGrpSpPr>
        <p:cNvPr id="1" name=""/>
        <p:cNvGrpSpPr/>
        <p:nvPr/>
      </p:nvGrpSpPr>
      <p:grpSpPr>
        <a:xfrm>
          <a:off x="0" y="0"/>
          <a:ext cx="0" cy="0"/>
          <a:chOff x="0" y="0"/>
          <a:chExt cx="0" cy="0"/>
        </a:xfrm>
      </p:grpSpPr>
      <p:sp>
        <p:nvSpPr>
          <p:cNvPr id="15" name="Marcador de fecha 3">
            <a:extLst>
              <a:ext uri="{FF2B5EF4-FFF2-40B4-BE49-F238E27FC236}">
                <a16:creationId xmlns:a16="http://schemas.microsoft.com/office/drawing/2014/main" id="{50815B22-13FE-47CD-9F79-73704A278BD7}"/>
              </a:ext>
            </a:extLst>
          </p:cNvPr>
          <p:cNvSpPr>
            <a:spLocks noGrp="1"/>
          </p:cNvSpPr>
          <p:nvPr>
            <p:ph type="dt" sz="half" idx="2"/>
          </p:nvPr>
        </p:nvSpPr>
        <p:spPr>
          <a:xfrm>
            <a:off x="133350" y="6486982"/>
            <a:ext cx="2743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pPr rtl="0"/>
            <a:fld id="{C48C12B2-E9E7-4DF8-97B3-FB6002745665}" type="datetime1">
              <a:rPr lang="es-ES" noProof="0" smtClean="0"/>
              <a:t>16/09/2026</a:t>
            </a:fld>
            <a:endParaRPr lang="es-ES" noProof="0"/>
          </a:p>
        </p:txBody>
      </p:sp>
      <p:sp>
        <p:nvSpPr>
          <p:cNvPr id="16" name="Marcador de número de diapositiva 5">
            <a:extLst>
              <a:ext uri="{FF2B5EF4-FFF2-40B4-BE49-F238E27FC236}">
                <a16:creationId xmlns:a16="http://schemas.microsoft.com/office/drawing/2014/main" id="{D7669539-CB64-44F5-999D-7B9E61F8AF99}"/>
              </a:ext>
            </a:extLst>
          </p:cNvPr>
          <p:cNvSpPr>
            <a:spLocks noGrp="1"/>
          </p:cNvSpPr>
          <p:nvPr>
            <p:ph type="sldNum" sz="quarter" idx="4"/>
          </p:nvPr>
        </p:nvSpPr>
        <p:spPr>
          <a:xfrm>
            <a:off x="9315450" y="6486982"/>
            <a:ext cx="2743200" cy="365125"/>
          </a:xfrm>
          <a:prstGeom prst="rect">
            <a:avLst/>
          </a:prstGeom>
        </p:spPr>
        <p:txBody>
          <a:bodyPr vert="horz" lIns="91440" tIns="45720" rIns="91440" bIns="45720" rtlCol="0" anchor="ctr"/>
          <a:lstStyle>
            <a:lvl1pPr algn="r">
              <a:defRPr sz="900">
                <a:solidFill>
                  <a:schemeClr val="tx1">
                    <a:tint val="75000"/>
                  </a:schemeClr>
                </a:solidFill>
                <a:latin typeface="Biome Light" panose="020B0303030204020804" pitchFamily="34" charset="0"/>
                <a:cs typeface="Biome Light" panose="020B0303030204020804" pitchFamily="34" charset="0"/>
              </a:defRPr>
            </a:lvl1pPr>
          </a:lstStyle>
          <a:p>
            <a:pPr rtl="0"/>
            <a:fld id="{294A09A9-5501-47C1-A89A-A340965A2BE2}" type="slidenum">
              <a:rPr lang="es-ES" noProof="0" smtClean="0"/>
              <a:pPr rtl="0"/>
              <a:t>‹Nº›</a:t>
            </a:fld>
            <a:endParaRPr lang="es-ES" noProof="0"/>
          </a:p>
        </p:txBody>
      </p:sp>
      <p:sp>
        <p:nvSpPr>
          <p:cNvPr id="3" name="Marcador de contenido 2">
            <a:extLst>
              <a:ext uri="{FF2B5EF4-FFF2-40B4-BE49-F238E27FC236}">
                <a16:creationId xmlns:a16="http://schemas.microsoft.com/office/drawing/2014/main" id="{822BA076-F3B9-47CB-80C2-BE29F157D044}"/>
              </a:ext>
            </a:extLst>
          </p:cNvPr>
          <p:cNvSpPr>
            <a:spLocks noGrp="1"/>
          </p:cNvSpPr>
          <p:nvPr>
            <p:ph sz="quarter" idx="11"/>
          </p:nvPr>
        </p:nvSpPr>
        <p:spPr>
          <a:xfrm>
            <a:off x="854075" y="1625600"/>
            <a:ext cx="10499725" cy="4860925"/>
          </a:xfrm>
        </p:spPr>
        <p:txBody>
          <a:bodyPr rtlCol="0"/>
          <a:lstStyle/>
          <a:p>
            <a:pPr lvl="0" rtl="0"/>
            <a:r>
              <a:rPr lang="es-ES" noProof="0"/>
              <a:t>Haga clic para modificar los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p>
        </p:txBody>
      </p:sp>
      <p:sp>
        <p:nvSpPr>
          <p:cNvPr id="4" name="Título 3">
            <a:extLst>
              <a:ext uri="{FF2B5EF4-FFF2-40B4-BE49-F238E27FC236}">
                <a16:creationId xmlns:a16="http://schemas.microsoft.com/office/drawing/2014/main" id="{E909627E-FE70-43A1-B0CB-4D4F6C32C2D0}"/>
              </a:ext>
            </a:extLst>
          </p:cNvPr>
          <p:cNvSpPr>
            <a:spLocks noGrp="1"/>
          </p:cNvSpPr>
          <p:nvPr>
            <p:ph type="title" hasCustomPrompt="1"/>
          </p:nvPr>
        </p:nvSpPr>
        <p:spPr>
          <a:xfrm>
            <a:off x="854074" y="122239"/>
            <a:ext cx="10499725" cy="1355724"/>
          </a:xfrm>
        </p:spPr>
        <p:txBody>
          <a:bodyPr vert="horz" lIns="91440" tIns="45720" rIns="91440" bIns="45720" rtlCol="0" anchor="ctr">
            <a:normAutofit/>
          </a:bodyPr>
          <a:lstStyle>
            <a:lvl1pPr algn="ctr">
              <a:defRPr lang="en-US">
                <a:solidFill>
                  <a:schemeClr val="accent2">
                    <a:lumMod val="50000"/>
                  </a:schemeClr>
                </a:solidFill>
                <a:ea typeface="+mn-ea"/>
                <a:cs typeface="+mn-cs"/>
              </a:defRPr>
            </a:lvl1pPr>
          </a:lstStyle>
          <a:p>
            <a:pPr lvl="0" rtl="0"/>
            <a:r>
              <a:rPr lang="es-ES" noProof="0"/>
              <a:t>Haga clic para modificar los estilos de texto del patrón</a:t>
            </a:r>
          </a:p>
        </p:txBody>
      </p:sp>
    </p:spTree>
    <p:extLst>
      <p:ext uri="{BB962C8B-B14F-4D97-AF65-F5344CB8AC3E}">
        <p14:creationId xmlns:p14="http://schemas.microsoft.com/office/powerpoint/2010/main" val="1476947594"/>
      </p:ext>
    </p:extLst>
  </p:cSld>
  <p:clrMapOvr>
    <a:overrideClrMapping bg1="lt1" tx1="dk1" bg2="lt2" tx2="dk2" accent1="accent1" accent2="accent2" accent3="accent3" accent4="accent4" accent5="accent5" accent6="accent6" hlink="hlink" folHlink="folHlink"/>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Equipo">
    <p:bg>
      <p:bgPr>
        <a:solidFill>
          <a:schemeClr val="accent2"/>
        </a:solidFill>
        <a:effectLst/>
      </p:bgPr>
    </p:bg>
    <p:spTree>
      <p:nvGrpSpPr>
        <p:cNvPr id="1" name=""/>
        <p:cNvGrpSpPr/>
        <p:nvPr/>
      </p:nvGrpSpPr>
      <p:grpSpPr>
        <a:xfrm>
          <a:off x="0" y="0"/>
          <a:ext cx="0" cy="0"/>
          <a:chOff x="0" y="0"/>
          <a:chExt cx="0" cy="0"/>
        </a:xfrm>
      </p:grpSpPr>
      <p:sp>
        <p:nvSpPr>
          <p:cNvPr id="34" name="Marcador de texto 22">
            <a:extLst>
              <a:ext uri="{FF2B5EF4-FFF2-40B4-BE49-F238E27FC236}">
                <a16:creationId xmlns:a16="http://schemas.microsoft.com/office/drawing/2014/main" id="{41BF345D-81AF-4851-83A1-623398489054}"/>
              </a:ext>
            </a:extLst>
          </p:cNvPr>
          <p:cNvSpPr>
            <a:spLocks noGrp="1"/>
          </p:cNvSpPr>
          <p:nvPr>
            <p:ph type="body" sz="quarter" idx="21" hasCustomPrompt="1"/>
          </p:nvPr>
        </p:nvSpPr>
        <p:spPr>
          <a:xfrm>
            <a:off x="761917" y="517972"/>
            <a:ext cx="3108960" cy="1333500"/>
          </a:xfrm>
        </p:spPr>
        <p:txBody>
          <a:bodyPr rtlCol="0">
            <a:noAutofit/>
          </a:bodyPr>
          <a:lstStyle>
            <a:lvl1pPr marL="0" indent="0">
              <a:lnSpc>
                <a:spcPct val="90000"/>
              </a:lnSpc>
              <a:buNone/>
              <a:defRPr sz="8800" b="1">
                <a:solidFill>
                  <a:schemeClr val="tx1"/>
                </a:solidFill>
              </a:defRPr>
            </a:lvl1pPr>
          </a:lstStyle>
          <a:p>
            <a:pPr lvl="0" rtl="0"/>
            <a:r>
              <a:rPr lang="es-ES" noProof="0"/>
              <a:t>01</a:t>
            </a:r>
          </a:p>
        </p:txBody>
      </p:sp>
      <p:sp>
        <p:nvSpPr>
          <p:cNvPr id="21" name="Marcador de posición de imagen 20">
            <a:extLst>
              <a:ext uri="{FF2B5EF4-FFF2-40B4-BE49-F238E27FC236}">
                <a16:creationId xmlns:a16="http://schemas.microsoft.com/office/drawing/2014/main" id="{EC4F3A57-45ED-498D-858C-3EE63DF129C4}"/>
              </a:ext>
            </a:extLst>
          </p:cNvPr>
          <p:cNvSpPr>
            <a:spLocks noGrp="1"/>
          </p:cNvSpPr>
          <p:nvPr>
            <p:ph type="pic" sz="quarter" idx="11"/>
          </p:nvPr>
        </p:nvSpPr>
        <p:spPr>
          <a:xfrm>
            <a:off x="1036601" y="3552677"/>
            <a:ext cx="1874874" cy="2848123"/>
          </a:xfrm>
        </p:spPr>
        <p:txBody>
          <a:bodyPr rtlCol="0"/>
          <a:lstStyle/>
          <a:p>
            <a:pPr rtl="0"/>
            <a:r>
              <a:rPr lang="es-ES" noProof="0"/>
              <a:t>Haga clic en el icono para agregar una imagen</a:t>
            </a:r>
          </a:p>
        </p:txBody>
      </p:sp>
      <p:sp>
        <p:nvSpPr>
          <p:cNvPr id="22" name="Marcador de posición de imagen 20">
            <a:extLst>
              <a:ext uri="{FF2B5EF4-FFF2-40B4-BE49-F238E27FC236}">
                <a16:creationId xmlns:a16="http://schemas.microsoft.com/office/drawing/2014/main" id="{1AC5BB09-E3BA-4948-93B3-EDCAAB803112}"/>
              </a:ext>
            </a:extLst>
          </p:cNvPr>
          <p:cNvSpPr>
            <a:spLocks noGrp="1"/>
          </p:cNvSpPr>
          <p:nvPr>
            <p:ph type="pic" sz="quarter" idx="12"/>
          </p:nvPr>
        </p:nvSpPr>
        <p:spPr>
          <a:xfrm>
            <a:off x="3101197" y="3552677"/>
            <a:ext cx="1874874" cy="2848123"/>
          </a:xfrm>
        </p:spPr>
        <p:txBody>
          <a:bodyPr rtlCol="0"/>
          <a:lstStyle/>
          <a:p>
            <a:pPr rtl="0"/>
            <a:r>
              <a:rPr lang="es-ES" noProof="0"/>
              <a:t>Haga clic en el icono para agregar una imagen</a:t>
            </a:r>
          </a:p>
        </p:txBody>
      </p:sp>
      <p:sp>
        <p:nvSpPr>
          <p:cNvPr id="23" name="Marcador de posición de imagen 20">
            <a:extLst>
              <a:ext uri="{FF2B5EF4-FFF2-40B4-BE49-F238E27FC236}">
                <a16:creationId xmlns:a16="http://schemas.microsoft.com/office/drawing/2014/main" id="{BF83C6B7-5484-4586-8830-098BDCD9C987}"/>
              </a:ext>
            </a:extLst>
          </p:cNvPr>
          <p:cNvSpPr>
            <a:spLocks noGrp="1"/>
          </p:cNvSpPr>
          <p:nvPr>
            <p:ph type="pic" sz="quarter" idx="13"/>
          </p:nvPr>
        </p:nvSpPr>
        <p:spPr>
          <a:xfrm>
            <a:off x="5166324" y="3552677"/>
            <a:ext cx="1874874" cy="2848123"/>
          </a:xfrm>
        </p:spPr>
        <p:txBody>
          <a:bodyPr rtlCol="0"/>
          <a:lstStyle/>
          <a:p>
            <a:pPr rtl="0"/>
            <a:r>
              <a:rPr lang="es-ES" noProof="0"/>
              <a:t>Haga clic en el icono para agregar una imagen</a:t>
            </a:r>
          </a:p>
        </p:txBody>
      </p:sp>
      <p:sp>
        <p:nvSpPr>
          <p:cNvPr id="24" name="Marcador de posición de imagen 20">
            <a:extLst>
              <a:ext uri="{FF2B5EF4-FFF2-40B4-BE49-F238E27FC236}">
                <a16:creationId xmlns:a16="http://schemas.microsoft.com/office/drawing/2014/main" id="{0C5663B1-EED6-4D80-A7C2-19E1366387A4}"/>
              </a:ext>
            </a:extLst>
          </p:cNvPr>
          <p:cNvSpPr>
            <a:spLocks noGrp="1"/>
          </p:cNvSpPr>
          <p:nvPr>
            <p:ph type="pic" sz="quarter" idx="14"/>
          </p:nvPr>
        </p:nvSpPr>
        <p:spPr>
          <a:xfrm>
            <a:off x="7239069" y="3552677"/>
            <a:ext cx="1874874" cy="2848123"/>
          </a:xfrm>
        </p:spPr>
        <p:txBody>
          <a:bodyPr rtlCol="0"/>
          <a:lstStyle/>
          <a:p>
            <a:pPr rtl="0"/>
            <a:r>
              <a:rPr lang="es-ES" noProof="0"/>
              <a:t>Haga clic en el icono para agregar una imagen</a:t>
            </a:r>
          </a:p>
        </p:txBody>
      </p:sp>
      <p:sp>
        <p:nvSpPr>
          <p:cNvPr id="25" name="Marcador de posición de imagen 20">
            <a:extLst>
              <a:ext uri="{FF2B5EF4-FFF2-40B4-BE49-F238E27FC236}">
                <a16:creationId xmlns:a16="http://schemas.microsoft.com/office/drawing/2014/main" id="{D21E7B61-407B-40A7-9AF6-0D7E7106BCFC}"/>
              </a:ext>
            </a:extLst>
          </p:cNvPr>
          <p:cNvSpPr>
            <a:spLocks noGrp="1"/>
          </p:cNvSpPr>
          <p:nvPr>
            <p:ph type="pic" sz="quarter" idx="15"/>
          </p:nvPr>
        </p:nvSpPr>
        <p:spPr>
          <a:xfrm>
            <a:off x="9296046" y="3552677"/>
            <a:ext cx="1874874" cy="2848123"/>
          </a:xfrm>
        </p:spPr>
        <p:txBody>
          <a:bodyPr rtlCol="0"/>
          <a:lstStyle/>
          <a:p>
            <a:pPr rtl="0"/>
            <a:r>
              <a:rPr lang="es-ES" noProof="0"/>
              <a:t>Haga clic en el icono para agregar una imagen</a:t>
            </a:r>
          </a:p>
        </p:txBody>
      </p:sp>
      <p:sp>
        <p:nvSpPr>
          <p:cNvPr id="30" name="Marcador de fecha 3">
            <a:extLst>
              <a:ext uri="{FF2B5EF4-FFF2-40B4-BE49-F238E27FC236}">
                <a16:creationId xmlns:a16="http://schemas.microsoft.com/office/drawing/2014/main" id="{415C3ACC-5A8A-46E6-BA0D-90ADD27E2F85}"/>
              </a:ext>
            </a:extLst>
          </p:cNvPr>
          <p:cNvSpPr>
            <a:spLocks noGrp="1"/>
          </p:cNvSpPr>
          <p:nvPr>
            <p:ph type="dt" sz="half" idx="2"/>
          </p:nvPr>
        </p:nvSpPr>
        <p:spPr>
          <a:xfrm>
            <a:off x="133350" y="6486982"/>
            <a:ext cx="2743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pPr rtl="0"/>
            <a:fld id="{AB4E6D15-2B09-46BE-81CD-AED8EE916473}" type="datetime1">
              <a:rPr lang="es-ES" noProof="0" smtClean="0"/>
              <a:t>16/09/2026</a:t>
            </a:fld>
            <a:endParaRPr lang="es-ES" noProof="0"/>
          </a:p>
        </p:txBody>
      </p:sp>
      <p:sp>
        <p:nvSpPr>
          <p:cNvPr id="31" name="Marcador de número de diapositiva 5">
            <a:extLst>
              <a:ext uri="{FF2B5EF4-FFF2-40B4-BE49-F238E27FC236}">
                <a16:creationId xmlns:a16="http://schemas.microsoft.com/office/drawing/2014/main" id="{0D00A5C2-DCEE-4CB3-9307-61EB88B1D59C}"/>
              </a:ext>
            </a:extLst>
          </p:cNvPr>
          <p:cNvSpPr>
            <a:spLocks noGrp="1"/>
          </p:cNvSpPr>
          <p:nvPr>
            <p:ph type="sldNum" sz="quarter" idx="4"/>
          </p:nvPr>
        </p:nvSpPr>
        <p:spPr>
          <a:xfrm>
            <a:off x="9315450" y="6486982"/>
            <a:ext cx="2743200" cy="365125"/>
          </a:xfrm>
          <a:prstGeom prst="rect">
            <a:avLst/>
          </a:prstGeom>
        </p:spPr>
        <p:txBody>
          <a:bodyPr vert="horz" lIns="91440" tIns="45720" rIns="91440" bIns="45720" rtlCol="0" anchor="ctr"/>
          <a:lstStyle>
            <a:lvl1pPr algn="r">
              <a:defRPr sz="900">
                <a:solidFill>
                  <a:schemeClr val="tx1">
                    <a:tint val="75000"/>
                  </a:schemeClr>
                </a:solidFill>
                <a:latin typeface="Biome Light" panose="020B0303030204020804" pitchFamily="34" charset="0"/>
                <a:cs typeface="Biome Light" panose="020B0303030204020804" pitchFamily="34" charset="0"/>
              </a:defRPr>
            </a:lvl1pPr>
          </a:lstStyle>
          <a:p>
            <a:pPr rtl="0"/>
            <a:fld id="{294A09A9-5501-47C1-A89A-A340965A2BE2}" type="slidenum">
              <a:rPr lang="es-ES" noProof="0" smtClean="0"/>
              <a:pPr rtl="0"/>
              <a:t>‹Nº›</a:t>
            </a:fld>
            <a:endParaRPr lang="es-ES" noProof="0"/>
          </a:p>
        </p:txBody>
      </p:sp>
      <p:sp>
        <p:nvSpPr>
          <p:cNvPr id="2" name="Título 1">
            <a:extLst>
              <a:ext uri="{FF2B5EF4-FFF2-40B4-BE49-F238E27FC236}">
                <a16:creationId xmlns:a16="http://schemas.microsoft.com/office/drawing/2014/main" id="{E3E8CB70-B054-4294-AD29-EE7A75C723E5}"/>
              </a:ext>
            </a:extLst>
          </p:cNvPr>
          <p:cNvSpPr>
            <a:spLocks noGrp="1"/>
          </p:cNvSpPr>
          <p:nvPr>
            <p:ph type="title"/>
          </p:nvPr>
        </p:nvSpPr>
        <p:spPr>
          <a:xfrm>
            <a:off x="1051560" y="651507"/>
            <a:ext cx="8991563" cy="1005839"/>
          </a:xfrm>
        </p:spPr>
        <p:txBody>
          <a:bodyPr vert="horz" lIns="91440" tIns="45720" rIns="91440" bIns="45720" rtlCol="0" anchor="ctr">
            <a:noAutofit/>
          </a:bodyPr>
          <a:lstStyle>
            <a:lvl1pPr>
              <a:lnSpc>
                <a:spcPct val="90000"/>
              </a:lnSpc>
              <a:defRPr lang="en-US">
                <a:solidFill>
                  <a:schemeClr val="accent2">
                    <a:lumMod val="50000"/>
                  </a:schemeClr>
                </a:solidFill>
                <a:ea typeface="+mn-ea"/>
                <a:cs typeface="+mn-cs"/>
              </a:defRPr>
            </a:lvl1pPr>
          </a:lstStyle>
          <a:p>
            <a:pPr marL="0" lvl="0" indent="0" rtl="0">
              <a:spcBef>
                <a:spcPts val="1000"/>
              </a:spcBef>
              <a:buFont typeface="Arial" panose="020B0604020202020204" pitchFamily="34" charset="0"/>
            </a:pPr>
            <a:r>
              <a:rPr lang="es-ES" noProof="0"/>
              <a:t>Haga clic para modificar el estilo de título del patrón</a:t>
            </a:r>
          </a:p>
        </p:txBody>
      </p:sp>
      <p:sp>
        <p:nvSpPr>
          <p:cNvPr id="4" name="Marcador de texto 3">
            <a:extLst>
              <a:ext uri="{FF2B5EF4-FFF2-40B4-BE49-F238E27FC236}">
                <a16:creationId xmlns:a16="http://schemas.microsoft.com/office/drawing/2014/main" id="{28E0D608-4E7A-4014-9F62-CB43A0C83943}"/>
              </a:ext>
            </a:extLst>
          </p:cNvPr>
          <p:cNvSpPr>
            <a:spLocks noGrp="1"/>
          </p:cNvSpPr>
          <p:nvPr>
            <p:ph type="body" sz="quarter" idx="16" hasCustomPrompt="1"/>
          </p:nvPr>
        </p:nvSpPr>
        <p:spPr>
          <a:xfrm>
            <a:off x="1036638" y="2717800"/>
            <a:ext cx="1866900" cy="711200"/>
          </a:xfrm>
        </p:spPr>
        <p:txBody>
          <a:bodyPr rtlCol="0">
            <a:noAutofit/>
          </a:bodyPr>
          <a:lstStyle>
            <a:lvl1pPr marL="0" indent="0">
              <a:lnSpc>
                <a:spcPct val="100000"/>
              </a:lnSpc>
              <a:spcBef>
                <a:spcPts val="0"/>
              </a:spcBef>
              <a:buNone/>
              <a:defRPr sz="1800">
                <a:solidFill>
                  <a:schemeClr val="accent2">
                    <a:lumMod val="50000"/>
                  </a:schemeClr>
                </a:solidFill>
              </a:defRPr>
            </a:lvl1pPr>
            <a:lvl2pPr>
              <a:defRPr sz="1400"/>
            </a:lvl2pPr>
            <a:lvl3pPr>
              <a:defRPr sz="1400"/>
            </a:lvl3pPr>
            <a:lvl4pPr>
              <a:defRPr sz="1400"/>
            </a:lvl4pPr>
            <a:lvl5pPr>
              <a:defRPr sz="1400"/>
            </a:lvl5pPr>
          </a:lstStyle>
          <a:p>
            <a:pPr lvl="0" rtl="0"/>
            <a:r>
              <a:rPr lang="es-ES" noProof="0"/>
              <a:t>Nombre</a:t>
            </a:r>
          </a:p>
          <a:p>
            <a:pPr lvl="0" rtl="0"/>
            <a:r>
              <a:rPr lang="es-ES" noProof="0"/>
              <a:t>Título</a:t>
            </a:r>
          </a:p>
        </p:txBody>
      </p:sp>
      <p:sp>
        <p:nvSpPr>
          <p:cNvPr id="26" name="Marcador de texto 3">
            <a:extLst>
              <a:ext uri="{FF2B5EF4-FFF2-40B4-BE49-F238E27FC236}">
                <a16:creationId xmlns:a16="http://schemas.microsoft.com/office/drawing/2014/main" id="{9C3A63B0-4EEA-45BC-A016-5FDA0969EA00}"/>
              </a:ext>
            </a:extLst>
          </p:cNvPr>
          <p:cNvSpPr>
            <a:spLocks noGrp="1"/>
          </p:cNvSpPr>
          <p:nvPr>
            <p:ph type="body" sz="quarter" idx="17" hasCustomPrompt="1"/>
          </p:nvPr>
        </p:nvSpPr>
        <p:spPr>
          <a:xfrm>
            <a:off x="3086100" y="2718405"/>
            <a:ext cx="1866900" cy="711200"/>
          </a:xfrm>
        </p:spPr>
        <p:txBody>
          <a:bodyPr rtlCol="0">
            <a:noAutofit/>
          </a:bodyPr>
          <a:lstStyle>
            <a:lvl1pPr marL="0" indent="0">
              <a:lnSpc>
                <a:spcPct val="100000"/>
              </a:lnSpc>
              <a:spcBef>
                <a:spcPts val="0"/>
              </a:spcBef>
              <a:buNone/>
              <a:defRPr sz="1800">
                <a:solidFill>
                  <a:schemeClr val="accent2">
                    <a:lumMod val="50000"/>
                  </a:schemeClr>
                </a:solidFill>
              </a:defRPr>
            </a:lvl1pPr>
            <a:lvl2pPr>
              <a:defRPr sz="1400"/>
            </a:lvl2pPr>
            <a:lvl3pPr>
              <a:defRPr sz="1400"/>
            </a:lvl3pPr>
            <a:lvl4pPr>
              <a:defRPr sz="1400"/>
            </a:lvl4pPr>
            <a:lvl5pPr>
              <a:defRPr sz="1400"/>
            </a:lvl5pPr>
          </a:lstStyle>
          <a:p>
            <a:pPr lvl="0" rtl="0"/>
            <a:r>
              <a:rPr lang="es-ES" noProof="0"/>
              <a:t>Nombre</a:t>
            </a:r>
          </a:p>
          <a:p>
            <a:pPr lvl="0" rtl="0"/>
            <a:r>
              <a:rPr lang="es-ES" noProof="0"/>
              <a:t>Título</a:t>
            </a:r>
          </a:p>
        </p:txBody>
      </p:sp>
      <p:sp>
        <p:nvSpPr>
          <p:cNvPr id="27" name="Marcador de texto 3">
            <a:extLst>
              <a:ext uri="{FF2B5EF4-FFF2-40B4-BE49-F238E27FC236}">
                <a16:creationId xmlns:a16="http://schemas.microsoft.com/office/drawing/2014/main" id="{7080679B-5220-4478-B631-7112F870B7AC}"/>
              </a:ext>
            </a:extLst>
          </p:cNvPr>
          <p:cNvSpPr>
            <a:spLocks noGrp="1"/>
          </p:cNvSpPr>
          <p:nvPr>
            <p:ph type="body" sz="quarter" idx="18" hasCustomPrompt="1"/>
          </p:nvPr>
        </p:nvSpPr>
        <p:spPr>
          <a:xfrm>
            <a:off x="5143500" y="2718405"/>
            <a:ext cx="1866900" cy="711200"/>
          </a:xfrm>
        </p:spPr>
        <p:txBody>
          <a:bodyPr rtlCol="0">
            <a:noAutofit/>
          </a:bodyPr>
          <a:lstStyle>
            <a:lvl1pPr marL="0" indent="0">
              <a:lnSpc>
                <a:spcPct val="100000"/>
              </a:lnSpc>
              <a:spcBef>
                <a:spcPts val="0"/>
              </a:spcBef>
              <a:buNone/>
              <a:defRPr sz="1800">
                <a:solidFill>
                  <a:schemeClr val="accent2">
                    <a:lumMod val="50000"/>
                  </a:schemeClr>
                </a:solidFill>
              </a:defRPr>
            </a:lvl1pPr>
            <a:lvl2pPr>
              <a:defRPr sz="1400"/>
            </a:lvl2pPr>
            <a:lvl3pPr>
              <a:defRPr sz="1400"/>
            </a:lvl3pPr>
            <a:lvl4pPr>
              <a:defRPr sz="1400"/>
            </a:lvl4pPr>
            <a:lvl5pPr>
              <a:defRPr sz="1400"/>
            </a:lvl5pPr>
          </a:lstStyle>
          <a:p>
            <a:pPr lvl="0" rtl="0"/>
            <a:r>
              <a:rPr lang="es-ES" noProof="0"/>
              <a:t>Nombre</a:t>
            </a:r>
          </a:p>
          <a:p>
            <a:pPr lvl="0" rtl="0"/>
            <a:r>
              <a:rPr lang="es-ES" noProof="0"/>
              <a:t>Título</a:t>
            </a:r>
          </a:p>
        </p:txBody>
      </p:sp>
      <p:sp>
        <p:nvSpPr>
          <p:cNvPr id="28" name="Marcador de texto 3">
            <a:extLst>
              <a:ext uri="{FF2B5EF4-FFF2-40B4-BE49-F238E27FC236}">
                <a16:creationId xmlns:a16="http://schemas.microsoft.com/office/drawing/2014/main" id="{9E4F61A3-2797-46FB-ACA7-0443E3BBDD20}"/>
              </a:ext>
            </a:extLst>
          </p:cNvPr>
          <p:cNvSpPr>
            <a:spLocks noGrp="1"/>
          </p:cNvSpPr>
          <p:nvPr>
            <p:ph type="body" sz="quarter" idx="19" hasCustomPrompt="1"/>
          </p:nvPr>
        </p:nvSpPr>
        <p:spPr>
          <a:xfrm>
            <a:off x="7239070" y="2718405"/>
            <a:ext cx="1866900" cy="711200"/>
          </a:xfrm>
        </p:spPr>
        <p:txBody>
          <a:bodyPr rtlCol="0">
            <a:noAutofit/>
          </a:bodyPr>
          <a:lstStyle>
            <a:lvl1pPr marL="0" indent="0">
              <a:lnSpc>
                <a:spcPct val="100000"/>
              </a:lnSpc>
              <a:spcBef>
                <a:spcPts val="0"/>
              </a:spcBef>
              <a:buNone/>
              <a:defRPr sz="1800">
                <a:solidFill>
                  <a:schemeClr val="accent2">
                    <a:lumMod val="50000"/>
                  </a:schemeClr>
                </a:solidFill>
              </a:defRPr>
            </a:lvl1pPr>
            <a:lvl2pPr>
              <a:defRPr sz="1400"/>
            </a:lvl2pPr>
            <a:lvl3pPr>
              <a:defRPr sz="1400"/>
            </a:lvl3pPr>
            <a:lvl4pPr>
              <a:defRPr sz="1400"/>
            </a:lvl4pPr>
            <a:lvl5pPr>
              <a:defRPr sz="1400"/>
            </a:lvl5pPr>
          </a:lstStyle>
          <a:p>
            <a:pPr lvl="0" rtl="0"/>
            <a:r>
              <a:rPr lang="es-ES" noProof="0"/>
              <a:t>Nombre</a:t>
            </a:r>
          </a:p>
          <a:p>
            <a:pPr lvl="0" rtl="0"/>
            <a:r>
              <a:rPr lang="es-ES" noProof="0"/>
              <a:t>Título</a:t>
            </a:r>
          </a:p>
        </p:txBody>
      </p:sp>
      <p:sp>
        <p:nvSpPr>
          <p:cNvPr id="29" name="Marcador de texto 3">
            <a:extLst>
              <a:ext uri="{FF2B5EF4-FFF2-40B4-BE49-F238E27FC236}">
                <a16:creationId xmlns:a16="http://schemas.microsoft.com/office/drawing/2014/main" id="{14ED733B-1DE9-4FDC-BD5F-2BE3BB07C93E}"/>
              </a:ext>
            </a:extLst>
          </p:cNvPr>
          <p:cNvSpPr>
            <a:spLocks noGrp="1"/>
          </p:cNvSpPr>
          <p:nvPr>
            <p:ph type="body" sz="quarter" idx="20" hasCustomPrompt="1"/>
          </p:nvPr>
        </p:nvSpPr>
        <p:spPr>
          <a:xfrm>
            <a:off x="9304020" y="2718405"/>
            <a:ext cx="1866900" cy="711200"/>
          </a:xfrm>
        </p:spPr>
        <p:txBody>
          <a:bodyPr rtlCol="0">
            <a:noAutofit/>
          </a:bodyPr>
          <a:lstStyle>
            <a:lvl1pPr marL="0" indent="0">
              <a:lnSpc>
                <a:spcPct val="100000"/>
              </a:lnSpc>
              <a:spcBef>
                <a:spcPts val="0"/>
              </a:spcBef>
              <a:buNone/>
              <a:defRPr sz="1800">
                <a:solidFill>
                  <a:schemeClr val="accent2">
                    <a:lumMod val="50000"/>
                  </a:schemeClr>
                </a:solidFill>
              </a:defRPr>
            </a:lvl1pPr>
            <a:lvl2pPr>
              <a:defRPr sz="1400"/>
            </a:lvl2pPr>
            <a:lvl3pPr>
              <a:defRPr sz="1400"/>
            </a:lvl3pPr>
            <a:lvl4pPr>
              <a:defRPr sz="1400"/>
            </a:lvl4pPr>
            <a:lvl5pPr>
              <a:defRPr sz="1400"/>
            </a:lvl5pPr>
          </a:lstStyle>
          <a:p>
            <a:pPr lvl="0" rtl="0"/>
            <a:r>
              <a:rPr lang="es-ES" noProof="0"/>
              <a:t>Nombre</a:t>
            </a:r>
          </a:p>
          <a:p>
            <a:pPr lvl="0" rtl="0"/>
            <a:r>
              <a:rPr lang="es-ES" noProof="0"/>
              <a:t>Título</a:t>
            </a:r>
          </a:p>
        </p:txBody>
      </p:sp>
    </p:spTree>
    <p:extLst>
      <p:ext uri="{BB962C8B-B14F-4D97-AF65-F5344CB8AC3E}">
        <p14:creationId xmlns:p14="http://schemas.microsoft.com/office/powerpoint/2010/main" val="2405858091"/>
      </p:ext>
    </p:extLst>
  </p:cSld>
  <p:clrMapOvr>
    <a:overrideClrMapping bg1="dk1" tx1="lt1" bg2="dk2" tx2="lt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lumna de contenido 1">
    <p:bg>
      <p:bgPr>
        <a:solidFill>
          <a:schemeClr val="bg2"/>
        </a:solidFill>
        <a:effectLst/>
      </p:bgPr>
    </p:bg>
    <p:spTree>
      <p:nvGrpSpPr>
        <p:cNvPr id="1" name=""/>
        <p:cNvGrpSpPr/>
        <p:nvPr/>
      </p:nvGrpSpPr>
      <p:grpSpPr>
        <a:xfrm>
          <a:off x="0" y="0"/>
          <a:ext cx="0" cy="0"/>
          <a:chOff x="0" y="0"/>
          <a:chExt cx="0" cy="0"/>
        </a:xfrm>
      </p:grpSpPr>
      <p:sp>
        <p:nvSpPr>
          <p:cNvPr id="10" name="Marcador de posición de imagen 9">
            <a:extLst>
              <a:ext uri="{FF2B5EF4-FFF2-40B4-BE49-F238E27FC236}">
                <a16:creationId xmlns:a16="http://schemas.microsoft.com/office/drawing/2014/main" id="{B275B11D-8F3F-472B-BBCC-A4F7415AC0A5}"/>
              </a:ext>
            </a:extLst>
          </p:cNvPr>
          <p:cNvSpPr>
            <a:spLocks noGrp="1"/>
          </p:cNvSpPr>
          <p:nvPr>
            <p:ph type="pic" sz="quarter" idx="10"/>
          </p:nvPr>
        </p:nvSpPr>
        <p:spPr>
          <a:xfrm>
            <a:off x="1028700" y="3543300"/>
            <a:ext cx="3924300" cy="3314700"/>
          </a:xfrm>
        </p:spPr>
        <p:txBody>
          <a:bodyPr rtlCol="0"/>
          <a:lstStyle/>
          <a:p>
            <a:pPr rtl="0"/>
            <a:r>
              <a:rPr lang="es-ES" noProof="0"/>
              <a:t>Haga clic en el icono para agregar una imagen</a:t>
            </a:r>
          </a:p>
        </p:txBody>
      </p:sp>
      <p:sp>
        <p:nvSpPr>
          <p:cNvPr id="6" name="Marcador de contenido 2">
            <a:extLst>
              <a:ext uri="{FF2B5EF4-FFF2-40B4-BE49-F238E27FC236}">
                <a16:creationId xmlns:a16="http://schemas.microsoft.com/office/drawing/2014/main" id="{99F0629D-1A5F-4F4F-90D6-430379624EFF}"/>
              </a:ext>
            </a:extLst>
          </p:cNvPr>
          <p:cNvSpPr>
            <a:spLocks noGrp="1"/>
          </p:cNvSpPr>
          <p:nvPr>
            <p:ph idx="4294967295"/>
          </p:nvPr>
        </p:nvSpPr>
        <p:spPr>
          <a:xfrm>
            <a:off x="6191250" y="1981200"/>
            <a:ext cx="4972050" cy="4473575"/>
          </a:xfrm>
        </p:spPr>
        <p:txBody>
          <a:bodyPr rtlCol="0">
            <a:normAutofit/>
          </a:bodyPr>
          <a:lstStyle>
            <a:lvl1pPr marL="0" indent="0">
              <a:buNone/>
              <a:defRPr/>
            </a:lvl1pPr>
          </a:lstStyle>
          <a:p>
            <a:pPr lvl="0" rtl="0"/>
            <a:r>
              <a:rPr lang="es-ES" sz="1600" noProof="0">
                <a:solidFill>
                  <a:schemeClr val="tx2">
                    <a:lumMod val="50000"/>
                  </a:schemeClr>
                </a:solidFill>
                <a:latin typeface="Biome Light" panose="020B0303030204020804" pitchFamily="34" charset="0"/>
                <a:cs typeface="Biome Light" panose="020B0303030204020804" pitchFamily="34" charset="0"/>
              </a:rPr>
              <a:t>Haga clic para modificar los estilos de texto del patrón</a:t>
            </a:r>
          </a:p>
        </p:txBody>
      </p:sp>
      <p:sp>
        <p:nvSpPr>
          <p:cNvPr id="17" name="Marcador de fecha 3">
            <a:extLst>
              <a:ext uri="{FF2B5EF4-FFF2-40B4-BE49-F238E27FC236}">
                <a16:creationId xmlns:a16="http://schemas.microsoft.com/office/drawing/2014/main" id="{218C063B-0EE9-4FD5-A116-241C245452AC}"/>
              </a:ext>
            </a:extLst>
          </p:cNvPr>
          <p:cNvSpPr>
            <a:spLocks noGrp="1"/>
          </p:cNvSpPr>
          <p:nvPr>
            <p:ph type="dt" sz="half" idx="2"/>
          </p:nvPr>
        </p:nvSpPr>
        <p:spPr>
          <a:xfrm>
            <a:off x="133350" y="6486982"/>
            <a:ext cx="2743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pPr rtl="0"/>
            <a:fld id="{77E212A3-528F-433E-A49B-504229037E67}" type="datetime1">
              <a:rPr lang="es-ES" noProof="0" smtClean="0"/>
              <a:t>16/09/2026</a:t>
            </a:fld>
            <a:endParaRPr lang="es-ES" noProof="0"/>
          </a:p>
        </p:txBody>
      </p:sp>
      <p:sp>
        <p:nvSpPr>
          <p:cNvPr id="18" name="Marcador de número de diapositiva 5">
            <a:extLst>
              <a:ext uri="{FF2B5EF4-FFF2-40B4-BE49-F238E27FC236}">
                <a16:creationId xmlns:a16="http://schemas.microsoft.com/office/drawing/2014/main" id="{D417B369-6569-4DCC-B684-BE1A7C5D0B8D}"/>
              </a:ext>
            </a:extLst>
          </p:cNvPr>
          <p:cNvSpPr>
            <a:spLocks noGrp="1"/>
          </p:cNvSpPr>
          <p:nvPr>
            <p:ph type="sldNum" sz="quarter" idx="4"/>
          </p:nvPr>
        </p:nvSpPr>
        <p:spPr>
          <a:xfrm>
            <a:off x="9315450" y="6486982"/>
            <a:ext cx="2743200" cy="365125"/>
          </a:xfrm>
          <a:prstGeom prst="rect">
            <a:avLst/>
          </a:prstGeom>
        </p:spPr>
        <p:txBody>
          <a:bodyPr vert="horz" lIns="91440" tIns="45720" rIns="91440" bIns="45720" rtlCol="0" anchor="ctr"/>
          <a:lstStyle>
            <a:lvl1pPr algn="r">
              <a:defRPr sz="900">
                <a:solidFill>
                  <a:schemeClr val="tx1">
                    <a:tint val="75000"/>
                  </a:schemeClr>
                </a:solidFill>
                <a:latin typeface="Biome Light" panose="020B0303030204020804" pitchFamily="34" charset="0"/>
                <a:cs typeface="Biome Light" panose="020B0303030204020804" pitchFamily="34" charset="0"/>
              </a:defRPr>
            </a:lvl1pPr>
          </a:lstStyle>
          <a:p>
            <a:pPr rtl="0"/>
            <a:fld id="{294A09A9-5501-47C1-A89A-A340965A2BE2}" type="slidenum">
              <a:rPr lang="es-ES" noProof="0" smtClean="0"/>
              <a:pPr rtl="0"/>
              <a:t>‹Nº›</a:t>
            </a:fld>
            <a:endParaRPr lang="es-ES" noProof="0"/>
          </a:p>
        </p:txBody>
      </p:sp>
      <p:sp>
        <p:nvSpPr>
          <p:cNvPr id="2" name="Título 1">
            <a:extLst>
              <a:ext uri="{FF2B5EF4-FFF2-40B4-BE49-F238E27FC236}">
                <a16:creationId xmlns:a16="http://schemas.microsoft.com/office/drawing/2014/main" id="{4AEEC1A7-43C3-481E-95D0-5616242E1A01}"/>
              </a:ext>
            </a:extLst>
          </p:cNvPr>
          <p:cNvSpPr>
            <a:spLocks noGrp="1"/>
          </p:cNvSpPr>
          <p:nvPr>
            <p:ph type="title" hasCustomPrompt="1"/>
          </p:nvPr>
        </p:nvSpPr>
        <p:spPr>
          <a:xfrm>
            <a:off x="895534" y="539225"/>
            <a:ext cx="3924300" cy="2434386"/>
          </a:xfrm>
        </p:spPr>
        <p:txBody>
          <a:bodyPr vert="horz" lIns="91440" tIns="45720" rIns="91440" bIns="45720" rtlCol="0" anchor="ctr">
            <a:normAutofit/>
          </a:bodyPr>
          <a:lstStyle>
            <a:lvl1pPr>
              <a:defRPr lang="en-US" sz="7200">
                <a:solidFill>
                  <a:schemeClr val="accent2">
                    <a:lumMod val="50000"/>
                  </a:schemeClr>
                </a:solidFill>
                <a:latin typeface="+mn-lt"/>
                <a:ea typeface="+mn-ea"/>
                <a:cs typeface="+mn-cs"/>
              </a:defRPr>
            </a:lvl1pPr>
          </a:lstStyle>
          <a:p>
            <a:pPr lvl="0" rtl="0"/>
            <a:r>
              <a:rPr lang="es-ES" noProof="0"/>
              <a:t>Haga clic para agregar un título</a:t>
            </a:r>
          </a:p>
        </p:txBody>
      </p:sp>
      <p:cxnSp>
        <p:nvCxnSpPr>
          <p:cNvPr id="3" name="Conector recto 2">
            <a:extLst>
              <a:ext uri="{FF2B5EF4-FFF2-40B4-BE49-F238E27FC236}">
                <a16:creationId xmlns:a16="http://schemas.microsoft.com/office/drawing/2014/main" id="{DC6CF0E0-8FF2-4FE7-AC69-85BEFA656508}"/>
              </a:ext>
            </a:extLst>
          </p:cNvPr>
          <p:cNvCxnSpPr>
            <a:cxnSpLocks/>
          </p:cNvCxnSpPr>
          <p:nvPr userDrawn="1"/>
        </p:nvCxnSpPr>
        <p:spPr>
          <a:xfrm>
            <a:off x="1028700" y="457211"/>
            <a:ext cx="1142999" cy="0"/>
          </a:xfrm>
          <a:prstGeom prst="line">
            <a:avLst/>
          </a:prstGeom>
          <a:ln w="15875">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751072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lumna de contenido 3">
    <p:bg>
      <p:bgPr>
        <a:solidFill>
          <a:schemeClr val="accent1"/>
        </a:solidFill>
        <a:effectLst/>
      </p:bgPr>
    </p:bg>
    <p:spTree>
      <p:nvGrpSpPr>
        <p:cNvPr id="1" name=""/>
        <p:cNvGrpSpPr/>
        <p:nvPr/>
      </p:nvGrpSpPr>
      <p:grpSpPr>
        <a:xfrm>
          <a:off x="0" y="0"/>
          <a:ext cx="0" cy="0"/>
          <a:chOff x="0" y="0"/>
          <a:chExt cx="0" cy="0"/>
        </a:xfrm>
      </p:grpSpPr>
      <p:sp>
        <p:nvSpPr>
          <p:cNvPr id="17" name="Marcador de posición de imagen 16">
            <a:extLst>
              <a:ext uri="{FF2B5EF4-FFF2-40B4-BE49-F238E27FC236}">
                <a16:creationId xmlns:a16="http://schemas.microsoft.com/office/drawing/2014/main" id="{0337C3D7-7DDB-42A8-901A-EC153DD27458}"/>
              </a:ext>
            </a:extLst>
          </p:cNvPr>
          <p:cNvSpPr>
            <a:spLocks noGrp="1"/>
          </p:cNvSpPr>
          <p:nvPr>
            <p:ph type="pic" sz="quarter" idx="10"/>
          </p:nvPr>
        </p:nvSpPr>
        <p:spPr>
          <a:xfrm>
            <a:off x="6210300" y="0"/>
            <a:ext cx="4953000" cy="3302000"/>
          </a:xfrm>
        </p:spPr>
        <p:txBody>
          <a:bodyPr rtlCol="0"/>
          <a:lstStyle/>
          <a:p>
            <a:pPr rtl="0"/>
            <a:r>
              <a:rPr lang="es-ES"/>
              <a:t>Haga clic en el icono para agregar una imagen</a:t>
            </a:r>
            <a:endParaRPr lang="es-ES" dirty="0"/>
          </a:p>
        </p:txBody>
      </p:sp>
      <p:sp>
        <p:nvSpPr>
          <p:cNvPr id="10" name="Marcador de contenido 2">
            <a:extLst>
              <a:ext uri="{FF2B5EF4-FFF2-40B4-BE49-F238E27FC236}">
                <a16:creationId xmlns:a16="http://schemas.microsoft.com/office/drawing/2014/main" id="{27B95226-A076-4D55-B408-1389A2F8C7A0}"/>
              </a:ext>
            </a:extLst>
          </p:cNvPr>
          <p:cNvSpPr>
            <a:spLocks noGrp="1"/>
          </p:cNvSpPr>
          <p:nvPr>
            <p:ph idx="4294967295" hasCustomPrompt="1"/>
          </p:nvPr>
        </p:nvSpPr>
        <p:spPr>
          <a:xfrm>
            <a:off x="1028700" y="3556002"/>
            <a:ext cx="3108960" cy="2286000"/>
          </a:xfrm>
        </p:spPr>
        <p:txBody>
          <a:bodyPr rtlCol="0">
            <a:normAutofit/>
          </a:bodyPr>
          <a:lstStyle>
            <a:lvl1pPr>
              <a:defRPr>
                <a:solidFill>
                  <a:schemeClr val="accent2">
                    <a:lumMod val="50000"/>
                  </a:schemeClr>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sz="2400" b="0" i="0" u="none" strike="noStrike" kern="1200" cap="none" spc="0" normalizeH="0" noProof="0">
                <a:ln>
                  <a:noFill/>
                </a:ln>
                <a:solidFill>
                  <a:srgbClr val="C0C9C2">
                    <a:lumMod val="50000"/>
                  </a:srgbClr>
                </a:solidFill>
                <a:effectLst/>
                <a:uLnTx/>
                <a:uFillTx/>
                <a:latin typeface="Biome Light" panose="020B0303030204020804" pitchFamily="34" charset="0"/>
                <a:ea typeface="+mn-ea"/>
                <a:cs typeface="Biome Light" panose="020B0303030204020804" pitchFamily="34" charset="0"/>
              </a:rPr>
              <a:t>Insertar texto</a:t>
            </a:r>
            <a:endParaRPr lang="es-ES" sz="1400">
              <a:solidFill>
                <a:srgbClr val="C0C9C2">
                  <a:lumMod val="50000"/>
                </a:srgbClr>
              </a:solidFill>
              <a:latin typeface="Biome Light" panose="020B0303030204020804" pitchFamily="34" charset="0"/>
              <a:cs typeface="Biome Light" panose="020B03030302040208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600" b="0" i="0" u="none" strike="noStrike" kern="1200" cap="none" spc="0" normalizeH="0" baseline="0" noProof="0">
              <a:ln>
                <a:noFill/>
              </a:ln>
              <a:solidFill>
                <a:srgbClr val="C0C9C2">
                  <a:lumMod val="50000"/>
                </a:srgbClr>
              </a:solidFill>
              <a:effectLst/>
              <a:uLnTx/>
              <a:uFillTx/>
              <a:latin typeface="Biome Light" panose="020B0303030204020804" pitchFamily="34" charset="0"/>
              <a:ea typeface="+mn-ea"/>
              <a:cs typeface="Biome Light" panose="020B03030302040208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600" b="0" i="0" u="none" strike="noStrike" kern="1200" cap="none" spc="0" normalizeH="0" baseline="0" noProof="0">
              <a:ln>
                <a:noFill/>
              </a:ln>
              <a:solidFill>
                <a:srgbClr val="C0C9C2">
                  <a:lumMod val="50000"/>
                </a:srgbClr>
              </a:solidFill>
              <a:effectLst/>
              <a:uLnTx/>
              <a:uFillTx/>
              <a:latin typeface="Biome Light" panose="020B0303030204020804" pitchFamily="34" charset="0"/>
              <a:ea typeface="+mn-ea"/>
              <a:cs typeface="Biome Light" panose="020B0303030204020804" pitchFamily="34" charset="0"/>
            </a:endParaRPr>
          </a:p>
          <a:p>
            <a:pPr rtl="0"/>
            <a:endParaRPr lang="es-ES" sz="1600" dirty="0">
              <a:solidFill>
                <a:schemeClr val="tx2">
                  <a:lumMod val="50000"/>
                </a:schemeClr>
              </a:solidFill>
              <a:latin typeface="Biome Light" panose="020B0303030204020804" pitchFamily="34" charset="0"/>
              <a:cs typeface="Biome Light" panose="020B0303030204020804" pitchFamily="34" charset="0"/>
            </a:endParaRPr>
          </a:p>
        </p:txBody>
      </p:sp>
      <p:sp>
        <p:nvSpPr>
          <p:cNvPr id="14" name="Marcador de contenido 2">
            <a:extLst>
              <a:ext uri="{FF2B5EF4-FFF2-40B4-BE49-F238E27FC236}">
                <a16:creationId xmlns:a16="http://schemas.microsoft.com/office/drawing/2014/main" id="{86673F10-179D-4539-AA33-AE34EC0457EF}"/>
              </a:ext>
            </a:extLst>
          </p:cNvPr>
          <p:cNvSpPr>
            <a:spLocks noGrp="1"/>
          </p:cNvSpPr>
          <p:nvPr>
            <p:ph idx="4294967295" hasCustomPrompt="1"/>
          </p:nvPr>
        </p:nvSpPr>
        <p:spPr>
          <a:xfrm>
            <a:off x="4541520" y="3556001"/>
            <a:ext cx="3108960" cy="2285999"/>
          </a:xfrm>
        </p:spPr>
        <p:txBody>
          <a:bodyPr rtlCol="0">
            <a:normAutofit/>
          </a:bodyPr>
          <a:lstStyle>
            <a:lvl1pPr>
              <a:defRPr>
                <a:solidFill>
                  <a:schemeClr val="accent2">
                    <a:lumMod val="50000"/>
                  </a:schemeClr>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sz="2400" b="0" i="0" u="none" strike="noStrike" kern="1200" cap="none" spc="0" normalizeH="0" noProof="0">
                <a:ln>
                  <a:noFill/>
                </a:ln>
                <a:solidFill>
                  <a:srgbClr val="C0C9C2">
                    <a:lumMod val="50000"/>
                  </a:srgbClr>
                </a:solidFill>
                <a:effectLst/>
                <a:uLnTx/>
                <a:uFillTx/>
                <a:latin typeface="Biome Light" panose="020B0303030204020804" pitchFamily="34" charset="0"/>
                <a:ea typeface="+mn-ea"/>
                <a:cs typeface="Biome Light" panose="020B0303030204020804" pitchFamily="34" charset="0"/>
              </a:rPr>
              <a:t>Insertar texto</a:t>
            </a:r>
            <a:endParaRPr lang="es-ES" sz="1400">
              <a:solidFill>
                <a:srgbClr val="C0C9C2">
                  <a:lumMod val="50000"/>
                </a:srgbClr>
              </a:solidFill>
              <a:latin typeface="Biome Light" panose="020B0303030204020804" pitchFamily="34" charset="0"/>
              <a:cs typeface="Biome Light" panose="020B03030302040208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600" b="0" i="0" u="none" strike="noStrike" kern="1200" cap="none" spc="0" normalizeH="0" baseline="0" noProof="0">
              <a:ln>
                <a:noFill/>
              </a:ln>
              <a:solidFill>
                <a:srgbClr val="C0C9C2">
                  <a:lumMod val="50000"/>
                </a:srgbClr>
              </a:solidFill>
              <a:effectLst/>
              <a:uLnTx/>
              <a:uFillTx/>
              <a:latin typeface="Biome Light" panose="020B0303030204020804" pitchFamily="34" charset="0"/>
              <a:ea typeface="+mn-ea"/>
              <a:cs typeface="Biome Light" panose="020B03030302040208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600" b="0" i="0" u="none" strike="noStrike" kern="1200" cap="none" spc="0" normalizeH="0" baseline="0" noProof="0">
              <a:ln>
                <a:noFill/>
              </a:ln>
              <a:solidFill>
                <a:srgbClr val="C0C9C2">
                  <a:lumMod val="50000"/>
                </a:srgbClr>
              </a:solidFill>
              <a:effectLst/>
              <a:uLnTx/>
              <a:uFillTx/>
              <a:latin typeface="Biome Light" panose="020B0303030204020804" pitchFamily="34" charset="0"/>
              <a:ea typeface="+mn-ea"/>
              <a:cs typeface="Biome Light" panose="020B0303030204020804" pitchFamily="34" charset="0"/>
            </a:endParaRPr>
          </a:p>
          <a:p>
            <a:pPr rtl="0"/>
            <a:endParaRPr lang="es-ES" sz="1600" dirty="0">
              <a:solidFill>
                <a:schemeClr val="tx2">
                  <a:lumMod val="50000"/>
                </a:schemeClr>
              </a:solidFill>
              <a:latin typeface="Biome Light" panose="020B0303030204020804" pitchFamily="34" charset="0"/>
              <a:cs typeface="Biome Light" panose="020B0303030204020804" pitchFamily="34" charset="0"/>
            </a:endParaRPr>
          </a:p>
        </p:txBody>
      </p:sp>
      <p:sp>
        <p:nvSpPr>
          <p:cNvPr id="19" name="Marcador de contenido 2">
            <a:extLst>
              <a:ext uri="{FF2B5EF4-FFF2-40B4-BE49-F238E27FC236}">
                <a16:creationId xmlns:a16="http://schemas.microsoft.com/office/drawing/2014/main" id="{EB6CFC30-1A59-4D28-9E30-0FF7D632C6A2}"/>
              </a:ext>
            </a:extLst>
          </p:cNvPr>
          <p:cNvSpPr>
            <a:spLocks noGrp="1"/>
          </p:cNvSpPr>
          <p:nvPr>
            <p:ph idx="4294967295" hasCustomPrompt="1"/>
          </p:nvPr>
        </p:nvSpPr>
        <p:spPr>
          <a:xfrm>
            <a:off x="8054340" y="3556001"/>
            <a:ext cx="3108960" cy="2285999"/>
          </a:xfrm>
        </p:spPr>
        <p:txBody>
          <a:bodyPr rtlCol="0">
            <a:normAutofit/>
          </a:bodyPr>
          <a:lstStyle>
            <a:lvl1pPr>
              <a:defRPr>
                <a:solidFill>
                  <a:schemeClr val="accent2">
                    <a:lumMod val="50000"/>
                  </a:schemeClr>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sz="2400" b="0" i="0" u="none" strike="noStrike" kern="1200" cap="none" spc="0" normalizeH="0" noProof="0">
                <a:ln>
                  <a:noFill/>
                </a:ln>
                <a:solidFill>
                  <a:srgbClr val="C0C9C2">
                    <a:lumMod val="50000"/>
                  </a:srgbClr>
                </a:solidFill>
                <a:effectLst/>
                <a:uLnTx/>
                <a:uFillTx/>
                <a:latin typeface="Biome Light" panose="020B0303030204020804" pitchFamily="34" charset="0"/>
                <a:ea typeface="+mn-ea"/>
                <a:cs typeface="Biome Light" panose="020B0303030204020804" pitchFamily="34" charset="0"/>
              </a:rPr>
              <a:t>Insertar texto</a:t>
            </a:r>
            <a:endParaRPr lang="es-ES" sz="1400">
              <a:solidFill>
                <a:srgbClr val="C0C9C2">
                  <a:lumMod val="50000"/>
                </a:srgbClr>
              </a:solidFill>
              <a:latin typeface="Biome Light" panose="020B0303030204020804" pitchFamily="34" charset="0"/>
              <a:cs typeface="Biome Light" panose="020B03030302040208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600" b="0" i="0" u="none" strike="noStrike" kern="1200" cap="none" spc="0" normalizeH="0" baseline="0" noProof="0">
              <a:ln>
                <a:noFill/>
              </a:ln>
              <a:solidFill>
                <a:srgbClr val="C0C9C2">
                  <a:lumMod val="50000"/>
                </a:srgbClr>
              </a:solidFill>
              <a:effectLst/>
              <a:uLnTx/>
              <a:uFillTx/>
              <a:latin typeface="Biome Light" panose="020B0303030204020804" pitchFamily="34" charset="0"/>
              <a:ea typeface="+mn-ea"/>
              <a:cs typeface="Biome Light" panose="020B03030302040208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600" b="0" i="0" u="none" strike="noStrike" kern="1200" cap="none" spc="0" normalizeH="0" baseline="0" noProof="0">
              <a:ln>
                <a:noFill/>
              </a:ln>
              <a:solidFill>
                <a:srgbClr val="C0C9C2">
                  <a:lumMod val="50000"/>
                </a:srgbClr>
              </a:solidFill>
              <a:effectLst/>
              <a:uLnTx/>
              <a:uFillTx/>
              <a:latin typeface="Biome Light" panose="020B0303030204020804" pitchFamily="34" charset="0"/>
              <a:ea typeface="+mn-ea"/>
              <a:cs typeface="Biome Light" panose="020B0303030204020804" pitchFamily="34" charset="0"/>
            </a:endParaRPr>
          </a:p>
          <a:p>
            <a:pPr rtl="0"/>
            <a:endParaRPr lang="es-ES" sz="1600" dirty="0">
              <a:solidFill>
                <a:schemeClr val="tx2">
                  <a:lumMod val="50000"/>
                </a:schemeClr>
              </a:solidFill>
              <a:latin typeface="Biome Light" panose="020B0303030204020804" pitchFamily="34" charset="0"/>
              <a:cs typeface="Biome Light" panose="020B0303030204020804" pitchFamily="34" charset="0"/>
            </a:endParaRPr>
          </a:p>
        </p:txBody>
      </p:sp>
      <p:sp>
        <p:nvSpPr>
          <p:cNvPr id="24" name="Marcador de fecha 3">
            <a:extLst>
              <a:ext uri="{FF2B5EF4-FFF2-40B4-BE49-F238E27FC236}">
                <a16:creationId xmlns:a16="http://schemas.microsoft.com/office/drawing/2014/main" id="{C4F3CC75-F9FA-4F77-9DD5-7E6C0F5C9829}"/>
              </a:ext>
            </a:extLst>
          </p:cNvPr>
          <p:cNvSpPr>
            <a:spLocks noGrp="1"/>
          </p:cNvSpPr>
          <p:nvPr>
            <p:ph type="dt" sz="half" idx="2"/>
          </p:nvPr>
        </p:nvSpPr>
        <p:spPr>
          <a:xfrm>
            <a:off x="133350" y="6486982"/>
            <a:ext cx="2743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pPr rtl="0"/>
            <a:fld id="{3F9487C6-9923-4887-BA2D-F9C7EAC62C31}" type="datetime1">
              <a:rPr lang="es-ES" smtClean="0"/>
              <a:t>16/09/2026</a:t>
            </a:fld>
            <a:endParaRPr lang="es-ES" dirty="0"/>
          </a:p>
        </p:txBody>
      </p:sp>
      <p:sp>
        <p:nvSpPr>
          <p:cNvPr id="25" name="Marcador de número de diapositiva 5">
            <a:extLst>
              <a:ext uri="{FF2B5EF4-FFF2-40B4-BE49-F238E27FC236}">
                <a16:creationId xmlns:a16="http://schemas.microsoft.com/office/drawing/2014/main" id="{93B5B65C-5DE0-4F81-8115-758CDB591FA7}"/>
              </a:ext>
            </a:extLst>
          </p:cNvPr>
          <p:cNvSpPr>
            <a:spLocks noGrp="1"/>
          </p:cNvSpPr>
          <p:nvPr>
            <p:ph type="sldNum" sz="quarter" idx="4"/>
          </p:nvPr>
        </p:nvSpPr>
        <p:spPr>
          <a:xfrm>
            <a:off x="9315450" y="6486982"/>
            <a:ext cx="2743200" cy="365125"/>
          </a:xfrm>
          <a:prstGeom prst="rect">
            <a:avLst/>
          </a:prstGeom>
        </p:spPr>
        <p:txBody>
          <a:bodyPr vert="horz" lIns="91440" tIns="45720" rIns="91440" bIns="45720" rtlCol="0" anchor="ctr"/>
          <a:lstStyle>
            <a:lvl1pPr algn="r">
              <a:defRPr sz="900">
                <a:solidFill>
                  <a:schemeClr val="tx1">
                    <a:tint val="75000"/>
                  </a:schemeClr>
                </a:solidFill>
                <a:latin typeface="Biome Light" panose="020B0303030204020804" pitchFamily="34" charset="0"/>
                <a:cs typeface="Biome Light" panose="020B0303030204020804" pitchFamily="34" charset="0"/>
              </a:defRPr>
            </a:lvl1pPr>
          </a:lstStyle>
          <a:p>
            <a:pPr rtl="0"/>
            <a:fld id="{294A09A9-5501-47C1-A89A-A340965A2BE2}" type="slidenum">
              <a:rPr lang="es-ES" smtClean="0"/>
              <a:pPr rtl="0"/>
              <a:t>‹Nº›</a:t>
            </a:fld>
            <a:endParaRPr lang="es-ES" dirty="0"/>
          </a:p>
        </p:txBody>
      </p:sp>
      <p:sp>
        <p:nvSpPr>
          <p:cNvPr id="11" name="Título 1">
            <a:extLst>
              <a:ext uri="{FF2B5EF4-FFF2-40B4-BE49-F238E27FC236}">
                <a16:creationId xmlns:a16="http://schemas.microsoft.com/office/drawing/2014/main" id="{EF4A2ACE-2D85-4F78-818F-BBA6F6F0CC53}"/>
              </a:ext>
            </a:extLst>
          </p:cNvPr>
          <p:cNvSpPr>
            <a:spLocks noGrp="1"/>
          </p:cNvSpPr>
          <p:nvPr>
            <p:ph type="title" hasCustomPrompt="1"/>
          </p:nvPr>
        </p:nvSpPr>
        <p:spPr>
          <a:xfrm>
            <a:off x="895530" y="539225"/>
            <a:ext cx="3924300" cy="2434386"/>
          </a:xfrm>
        </p:spPr>
        <p:txBody>
          <a:bodyPr vert="horz" lIns="91440" tIns="45720" rIns="91440" bIns="45720" rtlCol="0" anchor="ctr">
            <a:normAutofit/>
          </a:bodyPr>
          <a:lstStyle>
            <a:lvl1pPr>
              <a:defRPr lang="en-US" sz="7200" dirty="0">
                <a:solidFill>
                  <a:schemeClr val="accent2">
                    <a:lumMod val="50000"/>
                  </a:schemeClr>
                </a:solidFill>
                <a:latin typeface="+mn-lt"/>
                <a:ea typeface="+mn-ea"/>
                <a:cs typeface="+mn-cs"/>
              </a:defRPr>
            </a:lvl1pPr>
          </a:lstStyle>
          <a:p>
            <a:pPr marL="0" lvl="0" indent="0" rtl="0">
              <a:spcBef>
                <a:spcPts val="1000"/>
              </a:spcBef>
              <a:buFont typeface="Arial" panose="020B0604020202020204" pitchFamily="34" charset="0"/>
            </a:pPr>
            <a:r>
              <a:rPr lang="es-ES"/>
              <a:t>Haga clic para agregar un título</a:t>
            </a:r>
            <a:endParaRPr lang="es-ES" dirty="0"/>
          </a:p>
        </p:txBody>
      </p:sp>
      <p:cxnSp>
        <p:nvCxnSpPr>
          <p:cNvPr id="3" name="Conector recto 2">
            <a:extLst>
              <a:ext uri="{FF2B5EF4-FFF2-40B4-BE49-F238E27FC236}">
                <a16:creationId xmlns:a16="http://schemas.microsoft.com/office/drawing/2014/main" id="{E4DCD8D3-DF79-446E-9961-5797EE888B4C}"/>
              </a:ext>
            </a:extLst>
          </p:cNvPr>
          <p:cNvCxnSpPr>
            <a:cxnSpLocks/>
          </p:cNvCxnSpPr>
          <p:nvPr userDrawn="1"/>
        </p:nvCxnSpPr>
        <p:spPr>
          <a:xfrm>
            <a:off x="1028700" y="457211"/>
            <a:ext cx="1142999" cy="0"/>
          </a:xfrm>
          <a:prstGeom prst="line">
            <a:avLst/>
          </a:prstGeom>
          <a:ln w="15875">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992005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Resumen">
    <p:bg>
      <p:bgPr>
        <a:solidFill>
          <a:schemeClr val="accent2"/>
        </a:solidFill>
        <a:effectLst/>
      </p:bgPr>
    </p:bg>
    <p:spTree>
      <p:nvGrpSpPr>
        <p:cNvPr id="1" name=""/>
        <p:cNvGrpSpPr/>
        <p:nvPr/>
      </p:nvGrpSpPr>
      <p:grpSpPr>
        <a:xfrm>
          <a:off x="0" y="0"/>
          <a:ext cx="0" cy="0"/>
          <a:chOff x="0" y="0"/>
          <a:chExt cx="0" cy="0"/>
        </a:xfrm>
      </p:grpSpPr>
      <p:sp>
        <p:nvSpPr>
          <p:cNvPr id="15" name="Marcador de fecha 3">
            <a:extLst>
              <a:ext uri="{FF2B5EF4-FFF2-40B4-BE49-F238E27FC236}">
                <a16:creationId xmlns:a16="http://schemas.microsoft.com/office/drawing/2014/main" id="{FCB4EDDC-C544-421C-905C-A4D40D98A51D}"/>
              </a:ext>
            </a:extLst>
          </p:cNvPr>
          <p:cNvSpPr>
            <a:spLocks noGrp="1"/>
          </p:cNvSpPr>
          <p:nvPr>
            <p:ph type="dt" sz="half" idx="2"/>
          </p:nvPr>
        </p:nvSpPr>
        <p:spPr>
          <a:xfrm>
            <a:off x="133350" y="6486982"/>
            <a:ext cx="2743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pPr rtl="0"/>
            <a:fld id="{8439D812-E1A2-4931-8268-1573D1DD5484}" type="datetime1">
              <a:rPr lang="es-ES" noProof="0" smtClean="0"/>
              <a:t>16/09/2026</a:t>
            </a:fld>
            <a:endParaRPr lang="es-ES" noProof="0"/>
          </a:p>
        </p:txBody>
      </p:sp>
      <p:sp>
        <p:nvSpPr>
          <p:cNvPr id="16" name="Marcador de número de diapositiva 5">
            <a:extLst>
              <a:ext uri="{FF2B5EF4-FFF2-40B4-BE49-F238E27FC236}">
                <a16:creationId xmlns:a16="http://schemas.microsoft.com/office/drawing/2014/main" id="{D9CBFDBF-2D2B-469A-9B2F-72F90474FB6D}"/>
              </a:ext>
            </a:extLst>
          </p:cNvPr>
          <p:cNvSpPr>
            <a:spLocks noGrp="1"/>
          </p:cNvSpPr>
          <p:nvPr>
            <p:ph type="sldNum" sz="quarter" idx="4"/>
          </p:nvPr>
        </p:nvSpPr>
        <p:spPr>
          <a:xfrm>
            <a:off x="9315450" y="6486982"/>
            <a:ext cx="2743200" cy="365125"/>
          </a:xfrm>
          <a:prstGeom prst="rect">
            <a:avLst/>
          </a:prstGeom>
        </p:spPr>
        <p:txBody>
          <a:bodyPr vert="horz" lIns="91440" tIns="45720" rIns="91440" bIns="45720" rtlCol="0" anchor="ctr"/>
          <a:lstStyle>
            <a:lvl1pPr algn="r">
              <a:defRPr sz="900">
                <a:solidFill>
                  <a:schemeClr val="tx1">
                    <a:tint val="75000"/>
                  </a:schemeClr>
                </a:solidFill>
                <a:latin typeface="Biome Light" panose="020B0303030204020804" pitchFamily="34" charset="0"/>
                <a:cs typeface="Biome Light" panose="020B0303030204020804" pitchFamily="34" charset="0"/>
              </a:defRPr>
            </a:lvl1pPr>
          </a:lstStyle>
          <a:p>
            <a:pPr rtl="0"/>
            <a:fld id="{294A09A9-5501-47C1-A89A-A340965A2BE2}" type="slidenum">
              <a:rPr lang="es-ES" noProof="0" smtClean="0"/>
              <a:pPr rtl="0"/>
              <a:t>‹Nº›</a:t>
            </a:fld>
            <a:endParaRPr lang="es-ES" noProof="0"/>
          </a:p>
        </p:txBody>
      </p:sp>
      <p:sp>
        <p:nvSpPr>
          <p:cNvPr id="2" name="Título 1">
            <a:extLst>
              <a:ext uri="{FF2B5EF4-FFF2-40B4-BE49-F238E27FC236}">
                <a16:creationId xmlns:a16="http://schemas.microsoft.com/office/drawing/2014/main" id="{E1BA55D6-2810-4163-9D43-FEDA674E2D4C}"/>
              </a:ext>
            </a:extLst>
          </p:cNvPr>
          <p:cNvSpPr>
            <a:spLocks noGrp="1"/>
          </p:cNvSpPr>
          <p:nvPr>
            <p:ph type="title" hasCustomPrompt="1"/>
          </p:nvPr>
        </p:nvSpPr>
        <p:spPr>
          <a:xfrm>
            <a:off x="896829" y="573503"/>
            <a:ext cx="10156826" cy="1369591"/>
          </a:xfrm>
        </p:spPr>
        <p:txBody>
          <a:bodyPr vert="horz" lIns="91440" tIns="45720" rIns="91440" bIns="45720" rtlCol="0" anchor="ctr">
            <a:noAutofit/>
          </a:bodyPr>
          <a:lstStyle>
            <a:lvl1pPr>
              <a:defRPr lang="en-US" sz="7200">
                <a:solidFill>
                  <a:schemeClr val="accent2">
                    <a:lumMod val="50000"/>
                  </a:schemeClr>
                </a:solidFill>
                <a:latin typeface="+mn-lt"/>
                <a:ea typeface="+mn-ea"/>
                <a:cs typeface="+mn-cs"/>
              </a:defRPr>
            </a:lvl1pPr>
          </a:lstStyle>
          <a:p>
            <a:pPr lvl="0" rtl="0"/>
            <a:r>
              <a:rPr lang="es-ES" noProof="0"/>
              <a:t>Haga clic para agregar un título</a:t>
            </a:r>
          </a:p>
        </p:txBody>
      </p:sp>
      <p:cxnSp>
        <p:nvCxnSpPr>
          <p:cNvPr id="3" name="Conector recto 2">
            <a:extLst>
              <a:ext uri="{FF2B5EF4-FFF2-40B4-BE49-F238E27FC236}">
                <a16:creationId xmlns:a16="http://schemas.microsoft.com/office/drawing/2014/main" id="{C9E87E0B-D644-4037-B322-715C648BAD3B}"/>
              </a:ext>
            </a:extLst>
          </p:cNvPr>
          <p:cNvCxnSpPr>
            <a:cxnSpLocks/>
          </p:cNvCxnSpPr>
          <p:nvPr userDrawn="1"/>
        </p:nvCxnSpPr>
        <p:spPr>
          <a:xfrm>
            <a:off x="1028700" y="457211"/>
            <a:ext cx="1142999" cy="0"/>
          </a:xfrm>
          <a:prstGeom prst="line">
            <a:avLst/>
          </a:prstGeom>
          <a:ln w="15875">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46419592"/>
      </p:ext>
    </p:extLst>
  </p:cSld>
  <p:clrMapOvr>
    <a:overrideClrMapping bg1="dk1" tx1="lt1" bg2="dk2" tx2="lt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acto">
    <p:bg>
      <p:bgPr>
        <a:solidFill>
          <a:schemeClr val="bg2"/>
        </a:solidFill>
        <a:effectLst/>
      </p:bgPr>
    </p:bg>
    <p:spTree>
      <p:nvGrpSpPr>
        <p:cNvPr id="1" name=""/>
        <p:cNvGrpSpPr/>
        <p:nvPr/>
      </p:nvGrpSpPr>
      <p:grpSpPr>
        <a:xfrm>
          <a:off x="0" y="0"/>
          <a:ext cx="0" cy="0"/>
          <a:chOff x="0" y="0"/>
          <a:chExt cx="0" cy="0"/>
        </a:xfrm>
      </p:grpSpPr>
      <p:sp>
        <p:nvSpPr>
          <p:cNvPr id="9" name="Marcador de posición de imagen 15">
            <a:extLst>
              <a:ext uri="{FF2B5EF4-FFF2-40B4-BE49-F238E27FC236}">
                <a16:creationId xmlns:a16="http://schemas.microsoft.com/office/drawing/2014/main" id="{940246AD-CE4F-4FD8-BCF6-5BA9ED62ACDA}"/>
              </a:ext>
            </a:extLst>
          </p:cNvPr>
          <p:cNvSpPr>
            <a:spLocks noGrp="1"/>
          </p:cNvSpPr>
          <p:nvPr>
            <p:ph type="pic" sz="quarter" idx="11"/>
          </p:nvPr>
        </p:nvSpPr>
        <p:spPr>
          <a:xfrm>
            <a:off x="6210300" y="3543302"/>
            <a:ext cx="4953000" cy="2849562"/>
          </a:xfrm>
        </p:spPr>
        <p:txBody>
          <a:bodyPr rtlCol="0"/>
          <a:lstStyle/>
          <a:p>
            <a:pPr rtl="0"/>
            <a:r>
              <a:rPr lang="es-ES" noProof="0"/>
              <a:t>Haga clic en el icono para agregar una imagen</a:t>
            </a:r>
          </a:p>
        </p:txBody>
      </p:sp>
      <p:sp>
        <p:nvSpPr>
          <p:cNvPr id="10" name="Marcador de posición de imagen 13">
            <a:extLst>
              <a:ext uri="{FF2B5EF4-FFF2-40B4-BE49-F238E27FC236}">
                <a16:creationId xmlns:a16="http://schemas.microsoft.com/office/drawing/2014/main" id="{F8ECBB79-D5D3-4ECE-99F9-1B6834629E46}"/>
              </a:ext>
            </a:extLst>
          </p:cNvPr>
          <p:cNvSpPr>
            <a:spLocks noGrp="1"/>
          </p:cNvSpPr>
          <p:nvPr>
            <p:ph type="pic" sz="quarter" idx="10"/>
          </p:nvPr>
        </p:nvSpPr>
        <p:spPr>
          <a:xfrm>
            <a:off x="6210300" y="465138"/>
            <a:ext cx="4953000" cy="2849562"/>
          </a:xfrm>
        </p:spPr>
        <p:txBody>
          <a:bodyPr rtlCol="0"/>
          <a:lstStyle/>
          <a:p>
            <a:pPr rtl="0"/>
            <a:r>
              <a:rPr lang="es-ES" noProof="0"/>
              <a:t>Haga clic en el icono para agregar una imagen</a:t>
            </a:r>
          </a:p>
        </p:txBody>
      </p:sp>
      <p:sp>
        <p:nvSpPr>
          <p:cNvPr id="11" name="Marcador de texto 22">
            <a:extLst>
              <a:ext uri="{FF2B5EF4-FFF2-40B4-BE49-F238E27FC236}">
                <a16:creationId xmlns:a16="http://schemas.microsoft.com/office/drawing/2014/main" id="{C667C6DE-A3D4-4738-B7FC-43FB39FD7A28}"/>
              </a:ext>
            </a:extLst>
          </p:cNvPr>
          <p:cNvSpPr>
            <a:spLocks noGrp="1"/>
          </p:cNvSpPr>
          <p:nvPr>
            <p:ph type="body" sz="quarter" idx="15" hasCustomPrompt="1"/>
          </p:nvPr>
        </p:nvSpPr>
        <p:spPr>
          <a:xfrm>
            <a:off x="761917" y="517972"/>
            <a:ext cx="2956560" cy="1333500"/>
          </a:xfrm>
        </p:spPr>
        <p:txBody>
          <a:bodyPr rtlCol="0">
            <a:noAutofit/>
          </a:bodyPr>
          <a:lstStyle>
            <a:lvl1pPr marL="0" indent="0">
              <a:lnSpc>
                <a:spcPct val="90000"/>
              </a:lnSpc>
              <a:buNone/>
              <a:defRPr sz="8800" b="1">
                <a:solidFill>
                  <a:schemeClr val="bg1"/>
                </a:solidFill>
              </a:defRPr>
            </a:lvl1pPr>
          </a:lstStyle>
          <a:p>
            <a:pPr lvl="0" rtl="0"/>
            <a:r>
              <a:rPr lang="es-ES" noProof="0"/>
              <a:t>01</a:t>
            </a:r>
          </a:p>
        </p:txBody>
      </p:sp>
      <p:sp>
        <p:nvSpPr>
          <p:cNvPr id="12" name="Marcador de texto 18">
            <a:extLst>
              <a:ext uri="{FF2B5EF4-FFF2-40B4-BE49-F238E27FC236}">
                <a16:creationId xmlns:a16="http://schemas.microsoft.com/office/drawing/2014/main" id="{12C18C04-19C8-4ECC-83E8-6E65128CEF48}"/>
              </a:ext>
            </a:extLst>
          </p:cNvPr>
          <p:cNvSpPr>
            <a:spLocks noGrp="1"/>
          </p:cNvSpPr>
          <p:nvPr>
            <p:ph type="body" sz="quarter" idx="13"/>
          </p:nvPr>
        </p:nvSpPr>
        <p:spPr>
          <a:xfrm>
            <a:off x="1040130" y="2009776"/>
            <a:ext cx="3924300" cy="2849562"/>
          </a:xfrm>
        </p:spPr>
        <p:txBody>
          <a:bodyPr rtlCol="0">
            <a:normAutofit/>
          </a:bodyPr>
          <a:lstStyle>
            <a:lvl1pPr marL="0" indent="0">
              <a:buNone/>
              <a:defRPr sz="1600">
                <a:solidFill>
                  <a:schemeClr val="tx2">
                    <a:lumMod val="50000"/>
                  </a:schemeClr>
                </a:solidFill>
              </a:defRPr>
            </a:lvl1pPr>
            <a:lvl2pPr marL="457200" indent="0">
              <a:buNone/>
              <a:defRPr sz="2000">
                <a:solidFill>
                  <a:schemeClr val="tx2">
                    <a:lumMod val="50000"/>
                  </a:schemeClr>
                </a:solidFill>
              </a:defRPr>
            </a:lvl2pPr>
            <a:lvl3pPr marL="914400" indent="0">
              <a:buNone/>
              <a:defRPr sz="1800">
                <a:solidFill>
                  <a:schemeClr val="tx2">
                    <a:lumMod val="50000"/>
                  </a:schemeClr>
                </a:solidFill>
              </a:defRPr>
            </a:lvl3pPr>
            <a:lvl4pPr marL="1371600" indent="0">
              <a:buNone/>
              <a:defRPr sz="1600">
                <a:solidFill>
                  <a:schemeClr val="tx2">
                    <a:lumMod val="50000"/>
                  </a:schemeClr>
                </a:solidFill>
              </a:defRPr>
            </a:lvl4pPr>
            <a:lvl5pPr marL="1828800" indent="0">
              <a:buNone/>
              <a:defRPr sz="1600">
                <a:solidFill>
                  <a:schemeClr val="tx2">
                    <a:lumMod val="50000"/>
                  </a:schemeClr>
                </a:solidFill>
              </a:defRPr>
            </a:lvl5pPr>
          </a:lstStyle>
          <a:p>
            <a:pPr lvl="0" rtl="0"/>
            <a:r>
              <a:rPr lang="es-ES" noProof="0"/>
              <a:t>Haga clic para modificar los estilos de texto del patrón</a:t>
            </a:r>
          </a:p>
        </p:txBody>
      </p:sp>
      <p:sp>
        <p:nvSpPr>
          <p:cNvPr id="15" name="Marcador de texto 14">
            <a:extLst>
              <a:ext uri="{FF2B5EF4-FFF2-40B4-BE49-F238E27FC236}">
                <a16:creationId xmlns:a16="http://schemas.microsoft.com/office/drawing/2014/main" id="{4D14E5D8-EB42-4C87-B4AE-4746909A2D33}"/>
              </a:ext>
            </a:extLst>
          </p:cNvPr>
          <p:cNvSpPr>
            <a:spLocks noGrp="1"/>
          </p:cNvSpPr>
          <p:nvPr>
            <p:ph type="body" sz="quarter" idx="16"/>
          </p:nvPr>
        </p:nvSpPr>
        <p:spPr>
          <a:xfrm>
            <a:off x="1039813" y="5067300"/>
            <a:ext cx="3913187" cy="1319213"/>
          </a:xfrm>
        </p:spPr>
        <p:txBody>
          <a:bodyPr rtlCol="0">
            <a:normAutofit/>
          </a:bodyPr>
          <a:lstStyle>
            <a:lvl1pPr>
              <a:defRPr lang="en-US" sz="1600" kern="1200" dirty="0" smtClean="0">
                <a:solidFill>
                  <a:schemeClr val="tx2">
                    <a:lumMod val="50000"/>
                  </a:schemeClr>
                </a:solidFill>
                <a:latin typeface="+mn-lt"/>
                <a:ea typeface="+mn-ea"/>
                <a:cs typeface="+mn-cs"/>
              </a:defRPr>
            </a:lvl1pPr>
          </a:lstStyle>
          <a:p>
            <a:pPr marL="0" lvl="0" indent="0" algn="l" defTabSz="914400" rtl="0" eaLnBrk="1" latinLnBrk="0" hangingPunct="1">
              <a:lnSpc>
                <a:spcPct val="90000"/>
              </a:lnSpc>
              <a:spcBef>
                <a:spcPts val="1000"/>
              </a:spcBef>
              <a:buFont typeface="Arial" panose="020B0604020202020204" pitchFamily="34" charset="0"/>
              <a:buNone/>
            </a:pPr>
            <a:r>
              <a:rPr lang="es-ES" noProof="0"/>
              <a:t>Haga clic para modificar los estilos de texto del patrón</a:t>
            </a:r>
          </a:p>
        </p:txBody>
      </p:sp>
      <p:sp>
        <p:nvSpPr>
          <p:cNvPr id="20" name="Marcador de fecha 3">
            <a:extLst>
              <a:ext uri="{FF2B5EF4-FFF2-40B4-BE49-F238E27FC236}">
                <a16:creationId xmlns:a16="http://schemas.microsoft.com/office/drawing/2014/main" id="{0649945F-7BBD-4042-AA34-709CE3402EEC}"/>
              </a:ext>
            </a:extLst>
          </p:cNvPr>
          <p:cNvSpPr>
            <a:spLocks noGrp="1"/>
          </p:cNvSpPr>
          <p:nvPr>
            <p:ph type="dt" sz="half" idx="2"/>
          </p:nvPr>
        </p:nvSpPr>
        <p:spPr>
          <a:xfrm>
            <a:off x="133350" y="6486982"/>
            <a:ext cx="2743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pPr rtl="0"/>
            <a:fld id="{0B4446F4-CE84-4D2B-86ED-8E1A02666178}" type="datetime1">
              <a:rPr lang="es-ES" noProof="0" smtClean="0"/>
              <a:t>16/09/2026</a:t>
            </a:fld>
            <a:endParaRPr lang="es-ES" noProof="0"/>
          </a:p>
        </p:txBody>
      </p:sp>
      <p:sp>
        <p:nvSpPr>
          <p:cNvPr id="21" name="Marcador de número de diapositiva 5">
            <a:extLst>
              <a:ext uri="{FF2B5EF4-FFF2-40B4-BE49-F238E27FC236}">
                <a16:creationId xmlns:a16="http://schemas.microsoft.com/office/drawing/2014/main" id="{51936C4A-DE5F-4BFE-AED0-47E48CD4605C}"/>
              </a:ext>
            </a:extLst>
          </p:cNvPr>
          <p:cNvSpPr>
            <a:spLocks noGrp="1"/>
          </p:cNvSpPr>
          <p:nvPr>
            <p:ph type="sldNum" sz="quarter" idx="4"/>
          </p:nvPr>
        </p:nvSpPr>
        <p:spPr>
          <a:xfrm>
            <a:off x="9315450" y="6486982"/>
            <a:ext cx="2743200" cy="365125"/>
          </a:xfrm>
          <a:prstGeom prst="rect">
            <a:avLst/>
          </a:prstGeom>
        </p:spPr>
        <p:txBody>
          <a:bodyPr vert="horz" lIns="91440" tIns="45720" rIns="91440" bIns="45720" rtlCol="0" anchor="ctr"/>
          <a:lstStyle>
            <a:lvl1pPr algn="r">
              <a:defRPr sz="900">
                <a:solidFill>
                  <a:schemeClr val="tx1">
                    <a:tint val="75000"/>
                  </a:schemeClr>
                </a:solidFill>
                <a:latin typeface="Biome Light" panose="020B0303030204020804" pitchFamily="34" charset="0"/>
                <a:cs typeface="Biome Light" panose="020B0303030204020804" pitchFamily="34" charset="0"/>
              </a:defRPr>
            </a:lvl1pPr>
          </a:lstStyle>
          <a:p>
            <a:pPr rtl="0"/>
            <a:fld id="{294A09A9-5501-47C1-A89A-A340965A2BE2}" type="slidenum">
              <a:rPr lang="es-ES" noProof="0" smtClean="0"/>
              <a:pPr rtl="0"/>
              <a:t>‹Nº›</a:t>
            </a:fld>
            <a:endParaRPr lang="es-ES" noProof="0"/>
          </a:p>
        </p:txBody>
      </p:sp>
      <p:sp>
        <p:nvSpPr>
          <p:cNvPr id="14" name="Título 1">
            <a:extLst>
              <a:ext uri="{FF2B5EF4-FFF2-40B4-BE49-F238E27FC236}">
                <a16:creationId xmlns:a16="http://schemas.microsoft.com/office/drawing/2014/main" id="{F981B703-4F1F-41A6-AD71-3FFB2820FF1D}"/>
              </a:ext>
            </a:extLst>
          </p:cNvPr>
          <p:cNvSpPr>
            <a:spLocks noGrp="1"/>
          </p:cNvSpPr>
          <p:nvPr>
            <p:ph type="title" hasCustomPrompt="1"/>
          </p:nvPr>
        </p:nvSpPr>
        <p:spPr>
          <a:xfrm>
            <a:off x="1040130" y="465136"/>
            <a:ext cx="3935647" cy="1340615"/>
          </a:xfrm>
        </p:spPr>
        <p:txBody>
          <a:bodyPr vert="horz" lIns="91440" tIns="45720" rIns="91440" bIns="45720" rtlCol="0" anchor="ctr">
            <a:noAutofit/>
          </a:bodyPr>
          <a:lstStyle>
            <a:lvl1pPr>
              <a:defRPr lang="en-US" dirty="0">
                <a:solidFill>
                  <a:schemeClr val="tx2">
                    <a:lumMod val="50000"/>
                  </a:schemeClr>
                </a:solidFill>
                <a:latin typeface="+mn-lt"/>
                <a:ea typeface="+mn-ea"/>
                <a:cs typeface="+mn-cs"/>
              </a:defRPr>
            </a:lvl1pPr>
          </a:lstStyle>
          <a:p>
            <a:pPr marL="0" lvl="0" indent="0" rtl="0">
              <a:spcBef>
                <a:spcPts val="1000"/>
              </a:spcBef>
              <a:buFont typeface="Arial" panose="020B0604020202020204" pitchFamily="34" charset="0"/>
            </a:pPr>
            <a:r>
              <a:rPr lang="es-ES" noProof="0"/>
              <a:t>Título</a:t>
            </a:r>
          </a:p>
        </p:txBody>
      </p:sp>
    </p:spTree>
    <p:extLst>
      <p:ext uri="{BB962C8B-B14F-4D97-AF65-F5344CB8AC3E}">
        <p14:creationId xmlns:p14="http://schemas.microsoft.com/office/powerpoint/2010/main" val="4351659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9198F9AA-2C87-421D-97C1-B4248DFDC2C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pPr rtl="0"/>
            <a:r>
              <a:rPr lang="es-ES" noProof="0"/>
              <a:t>Haga clic para modificar el estilo de título del patrón</a:t>
            </a:r>
          </a:p>
        </p:txBody>
      </p:sp>
      <p:sp>
        <p:nvSpPr>
          <p:cNvPr id="3" name="Marcador de texto 2">
            <a:extLst>
              <a:ext uri="{FF2B5EF4-FFF2-40B4-BE49-F238E27FC236}">
                <a16:creationId xmlns:a16="http://schemas.microsoft.com/office/drawing/2014/main" id="{AE98FC63-C8D2-4CE6-A3F1-EE8ED24590C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rtl="0"/>
            <a:r>
              <a:rPr lang="es-ES" noProof="0"/>
              <a:t>Haga clic para modificar los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p>
        </p:txBody>
      </p:sp>
      <p:sp>
        <p:nvSpPr>
          <p:cNvPr id="4" name="Marcador de fecha 3">
            <a:extLst>
              <a:ext uri="{FF2B5EF4-FFF2-40B4-BE49-F238E27FC236}">
                <a16:creationId xmlns:a16="http://schemas.microsoft.com/office/drawing/2014/main" id="{EED77A09-15C2-4E47-948E-AACAFCA47D40}"/>
              </a:ext>
            </a:extLst>
          </p:cNvPr>
          <p:cNvSpPr>
            <a:spLocks noGrp="1"/>
          </p:cNvSpPr>
          <p:nvPr>
            <p:ph type="dt" sz="half" idx="2"/>
          </p:nvPr>
        </p:nvSpPr>
        <p:spPr>
          <a:xfrm>
            <a:off x="133350" y="6486982"/>
            <a:ext cx="2743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pPr rtl="0"/>
            <a:fld id="{3ECC6704-5D6E-4D62-9950-A191CC33DE9B}" type="datetime1">
              <a:rPr lang="es-ES" noProof="0" smtClean="0"/>
              <a:t>16/09/2026</a:t>
            </a:fld>
            <a:endParaRPr lang="es-ES" noProof="0"/>
          </a:p>
        </p:txBody>
      </p:sp>
      <p:sp>
        <p:nvSpPr>
          <p:cNvPr id="5" name="Marcador de pie de página 4">
            <a:extLst>
              <a:ext uri="{FF2B5EF4-FFF2-40B4-BE49-F238E27FC236}">
                <a16:creationId xmlns:a16="http://schemas.microsoft.com/office/drawing/2014/main" id="{60567522-C3B6-46EB-A361-BEC2510B00C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rtl="0"/>
            <a:endParaRPr lang="es-ES" noProof="0"/>
          </a:p>
        </p:txBody>
      </p:sp>
      <p:sp>
        <p:nvSpPr>
          <p:cNvPr id="6" name="Marcador de número de diapositiva 5">
            <a:extLst>
              <a:ext uri="{FF2B5EF4-FFF2-40B4-BE49-F238E27FC236}">
                <a16:creationId xmlns:a16="http://schemas.microsoft.com/office/drawing/2014/main" id="{CDC57CF0-034F-450D-937C-718D5AF1A059}"/>
              </a:ext>
            </a:extLst>
          </p:cNvPr>
          <p:cNvSpPr>
            <a:spLocks noGrp="1"/>
          </p:cNvSpPr>
          <p:nvPr>
            <p:ph type="sldNum" sz="quarter" idx="4"/>
          </p:nvPr>
        </p:nvSpPr>
        <p:spPr>
          <a:xfrm>
            <a:off x="9315450" y="6486982"/>
            <a:ext cx="2743200" cy="365125"/>
          </a:xfrm>
          <a:prstGeom prst="rect">
            <a:avLst/>
          </a:prstGeom>
        </p:spPr>
        <p:txBody>
          <a:bodyPr vert="horz" lIns="91440" tIns="45720" rIns="91440" bIns="45720" rtlCol="0" anchor="ctr"/>
          <a:lstStyle>
            <a:lvl1pPr algn="r">
              <a:defRPr sz="900">
                <a:solidFill>
                  <a:schemeClr val="tx1">
                    <a:tint val="75000"/>
                  </a:schemeClr>
                </a:solidFill>
                <a:latin typeface="Biome Light" panose="020B0303030204020804" pitchFamily="34" charset="0"/>
                <a:cs typeface="Biome Light" panose="020B0303030204020804" pitchFamily="34" charset="0"/>
              </a:defRPr>
            </a:lvl1pPr>
          </a:lstStyle>
          <a:p>
            <a:pPr rtl="0"/>
            <a:fld id="{294A09A9-5501-47C1-A89A-A340965A2BE2}" type="slidenum">
              <a:rPr lang="es-ES" noProof="0" smtClean="0"/>
              <a:pPr rtl="0"/>
              <a:t>‹Nº›</a:t>
            </a:fld>
            <a:endParaRPr lang="es-ES" noProof="0"/>
          </a:p>
        </p:txBody>
      </p:sp>
    </p:spTree>
    <p:extLst>
      <p:ext uri="{BB962C8B-B14F-4D97-AF65-F5344CB8AC3E}">
        <p14:creationId xmlns:p14="http://schemas.microsoft.com/office/powerpoint/2010/main" val="178835397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60" r:id="rId6"/>
    <p:sldLayoutId id="2147483654" r:id="rId7"/>
    <p:sldLayoutId id="2147483659" r:id="rId8"/>
    <p:sldLayoutId id="2147483655" r:id="rId9"/>
    <p:sldLayoutId id="2147483656" r:id="rId10"/>
    <p:sldLayoutId id="2147483658" r:id="rId11"/>
    <p:sldLayoutId id="2147483657" r:id="rId12"/>
  </p:sldLayoutIdLst>
  <p:hf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15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648" userDrawn="1">
          <p15:clr>
            <a:srgbClr val="F26B43"/>
          </p15:clr>
        </p15:guide>
        <p15:guide id="2" pos="1176" userDrawn="1">
          <p15:clr>
            <a:srgbClr val="F26B43"/>
          </p15:clr>
        </p15:guide>
        <p15:guide id="3" pos="1296" userDrawn="1">
          <p15:clr>
            <a:srgbClr val="F26B43"/>
          </p15:clr>
        </p15:guide>
        <p15:guide id="4" pos="1824" userDrawn="1">
          <p15:clr>
            <a:srgbClr val="F26B43"/>
          </p15:clr>
        </p15:guide>
        <p15:guide id="5" pos="1944" userDrawn="1">
          <p15:clr>
            <a:srgbClr val="F26B43"/>
          </p15:clr>
        </p15:guide>
        <p15:guide id="6" pos="2472" userDrawn="1">
          <p15:clr>
            <a:srgbClr val="F26B43"/>
          </p15:clr>
        </p15:guide>
        <p15:guide id="7" pos="2592" userDrawn="1">
          <p15:clr>
            <a:srgbClr val="F26B43"/>
          </p15:clr>
        </p15:guide>
        <p15:guide id="8" pos="3120" userDrawn="1">
          <p15:clr>
            <a:srgbClr val="F26B43"/>
          </p15:clr>
        </p15:guide>
        <p15:guide id="9" pos="3240" userDrawn="1">
          <p15:clr>
            <a:srgbClr val="F26B43"/>
          </p15:clr>
        </p15:guide>
        <p15:guide id="10" pos="3792" userDrawn="1">
          <p15:clr>
            <a:srgbClr val="F26B43"/>
          </p15:clr>
        </p15:guide>
        <p15:guide id="11" pos="3912" userDrawn="1">
          <p15:clr>
            <a:srgbClr val="F26B43"/>
          </p15:clr>
        </p15:guide>
        <p15:guide id="12" pos="4416" userDrawn="1">
          <p15:clr>
            <a:srgbClr val="F26B43"/>
          </p15:clr>
        </p15:guide>
        <p15:guide id="13" pos="4560" userDrawn="1">
          <p15:clr>
            <a:srgbClr val="F26B43"/>
          </p15:clr>
        </p15:guide>
        <p15:guide id="14" pos="5088" userDrawn="1">
          <p15:clr>
            <a:srgbClr val="F26B43"/>
          </p15:clr>
        </p15:guide>
        <p15:guide id="15" pos="5208" userDrawn="1">
          <p15:clr>
            <a:srgbClr val="F26B43"/>
          </p15:clr>
        </p15:guide>
        <p15:guide id="16" pos="5736" userDrawn="1">
          <p15:clr>
            <a:srgbClr val="F26B43"/>
          </p15:clr>
        </p15:guide>
        <p15:guide id="17" pos="5856" userDrawn="1">
          <p15:clr>
            <a:srgbClr val="F26B43"/>
          </p15:clr>
        </p15:guide>
        <p15:guide id="18" pos="6384" userDrawn="1">
          <p15:clr>
            <a:srgbClr val="F26B43"/>
          </p15:clr>
        </p15:guide>
        <p15:guide id="19" pos="6504" userDrawn="1">
          <p15:clr>
            <a:srgbClr val="F26B43"/>
          </p15:clr>
        </p15:guide>
        <p15:guide id="20" pos="7032" userDrawn="1">
          <p15:clr>
            <a:srgbClr val="F26B43"/>
          </p15:clr>
        </p15:guide>
        <p15:guide id="21" orient="horz" pos="288" userDrawn="1">
          <p15:clr>
            <a:srgbClr val="F26B43"/>
          </p15:clr>
        </p15:guide>
        <p15:guide id="22" orient="horz" pos="1128" userDrawn="1">
          <p15:clr>
            <a:srgbClr val="F26B43"/>
          </p15:clr>
        </p15:guide>
        <p15:guide id="23" orient="horz" pos="1248" userDrawn="1">
          <p15:clr>
            <a:srgbClr val="F26B43"/>
          </p15:clr>
        </p15:guide>
        <p15:guide id="24" orient="horz" pos="2088" userDrawn="1">
          <p15:clr>
            <a:srgbClr val="F26B43"/>
          </p15:clr>
        </p15:guide>
        <p15:guide id="25" orient="horz" pos="2232" userDrawn="1">
          <p15:clr>
            <a:srgbClr val="F26B43"/>
          </p15:clr>
        </p15:guide>
        <p15:guide id="26" orient="horz" pos="3048" userDrawn="1">
          <p15:clr>
            <a:srgbClr val="F26B43"/>
          </p15:clr>
        </p15:guide>
        <p15:guide id="27" orient="horz" pos="3192" userDrawn="1">
          <p15:clr>
            <a:srgbClr val="F26B43"/>
          </p15:clr>
        </p15:guide>
        <p15:guide id="28" orient="horz" pos="4032"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3.xml"/><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7.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3.xml"/><Relationship Id="rId1" Type="http://schemas.openxmlformats.org/officeDocument/2006/relationships/slideLayout" Target="../slideLayouts/slideLayout7.xml"/><Relationship Id="rId5" Type="http://schemas.openxmlformats.org/officeDocument/2006/relationships/image" Target="../media/image18.jpeg"/><Relationship Id="rId4" Type="http://schemas.openxmlformats.org/officeDocument/2006/relationships/image" Target="../media/image17.jpeg"/></Relationships>
</file>

<file path=ppt/slides/_rels/slide1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4.xml"/><Relationship Id="rId1" Type="http://schemas.openxmlformats.org/officeDocument/2006/relationships/slideLayout" Target="../slideLayouts/slideLayout7.xml"/><Relationship Id="rId5" Type="http://schemas.openxmlformats.org/officeDocument/2006/relationships/image" Target="../media/image21.jpeg"/><Relationship Id="rId4" Type="http://schemas.openxmlformats.org/officeDocument/2006/relationships/image" Target="../media/image20.png"/></Relationships>
</file>

<file path=ppt/slides/_rels/slide1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7.xml"/><Relationship Id="rId1" Type="http://schemas.openxmlformats.org/officeDocument/2006/relationships/slideLayout" Target="../slideLayouts/slideLayout7.xml"/><Relationship Id="rId4" Type="http://schemas.openxmlformats.org/officeDocument/2006/relationships/image" Target="../media/image24.png"/></Relationships>
</file>

<file path=ppt/slides/_rels/slide1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8.xml"/></Relationships>
</file>

<file path=ppt/slides/_rels/slide2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3.xml"/><Relationship Id="rId1" Type="http://schemas.openxmlformats.org/officeDocument/2006/relationships/slideLayout" Target="../slideLayouts/slideLayout7.xml"/><Relationship Id="rId4" Type="http://schemas.openxmlformats.org/officeDocument/2006/relationships/image" Target="../media/image27.png"/></Relationships>
</file>

<file path=ppt/slides/_rels/slide24.xml.rels><?xml version="1.0" encoding="UTF-8" standalone="yes"?>
<Relationships xmlns="http://schemas.openxmlformats.org/package/2006/relationships"><Relationship Id="rId3" Type="http://schemas.openxmlformats.org/officeDocument/2006/relationships/hyperlink" Target="https://cruzdepiedra.es/funciones-ejecutivas-habilidades-para-la-vida-y-el-aprendizaje/" TargetMode="External"/><Relationship Id="rId7" Type="http://schemas.openxmlformats.org/officeDocument/2006/relationships/hyperlink" Target="https://www.flaticon.es/icono-gratis/medicamento_883407" TargetMode="External"/><Relationship Id="rId2" Type="http://schemas.openxmlformats.org/officeDocument/2006/relationships/notesSlide" Target="../notesSlides/notesSlide24.xml"/><Relationship Id="rId1" Type="http://schemas.openxmlformats.org/officeDocument/2006/relationships/slideLayout" Target="../slideLayouts/slideLayout12.xml"/><Relationship Id="rId6" Type="http://schemas.openxmlformats.org/officeDocument/2006/relationships/hyperlink" Target="https://www.revistaeyn.com/tecnologia-cultura-digital/los-ninos-gamers-muestran-mejor-rendimiento-cognitivo-ED10643474" TargetMode="External"/><Relationship Id="rId5" Type="http://schemas.openxmlformats.org/officeDocument/2006/relationships/hyperlink" Target="https://www.farmaciasjulios.com/producto/concerta-54mg-tratamiento-de-liberacion-prolongada-para-el-tdah/" TargetMode="External"/><Relationship Id="rId4" Type="http://schemas.openxmlformats.org/officeDocument/2006/relationships/hyperlink" Target="https://www.linkedin.com/company/acematealianza/posts/?feedView=all"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C0C9C2"/>
        </a:solidFill>
        <a:effectLst/>
      </p:bgPr>
    </p:bg>
    <p:spTree>
      <p:nvGrpSpPr>
        <p:cNvPr id="1" name=""/>
        <p:cNvGrpSpPr/>
        <p:nvPr/>
      </p:nvGrpSpPr>
      <p:grpSpPr>
        <a:xfrm>
          <a:off x="0" y="0"/>
          <a:ext cx="0" cy="0"/>
          <a:chOff x="0" y="0"/>
          <a:chExt cx="0" cy="0"/>
        </a:xfrm>
      </p:grpSpPr>
      <p:sp>
        <p:nvSpPr>
          <p:cNvPr id="4" name="Título 3">
            <a:extLst>
              <a:ext uri="{FF2B5EF4-FFF2-40B4-BE49-F238E27FC236}">
                <a16:creationId xmlns:a16="http://schemas.microsoft.com/office/drawing/2014/main" id="{88467C95-DF23-40B9-B265-2E6F3DE29030}"/>
              </a:ext>
            </a:extLst>
          </p:cNvPr>
          <p:cNvSpPr>
            <a:spLocks noGrp="1"/>
          </p:cNvSpPr>
          <p:nvPr>
            <p:ph type="title"/>
          </p:nvPr>
        </p:nvSpPr>
        <p:spPr/>
        <p:txBody>
          <a:bodyPr rtlCol="0">
            <a:normAutofit/>
          </a:bodyPr>
          <a:lstStyle/>
          <a:p>
            <a:pPr rtl="0"/>
            <a:r>
              <a:rPr lang="es-ES" dirty="0"/>
              <a:t>Misión Colombia</a:t>
            </a:r>
          </a:p>
        </p:txBody>
      </p:sp>
      <p:sp>
        <p:nvSpPr>
          <p:cNvPr id="18" name="Marcador de texto 17">
            <a:extLst>
              <a:ext uri="{FF2B5EF4-FFF2-40B4-BE49-F238E27FC236}">
                <a16:creationId xmlns:a16="http://schemas.microsoft.com/office/drawing/2014/main" id="{27A48A35-E5E4-4A5F-9F91-BAEA4F5DF21D}"/>
              </a:ext>
            </a:extLst>
          </p:cNvPr>
          <p:cNvSpPr>
            <a:spLocks noGrp="1"/>
          </p:cNvSpPr>
          <p:nvPr>
            <p:ph type="body" sz="quarter" idx="12"/>
          </p:nvPr>
        </p:nvSpPr>
        <p:spPr>
          <a:xfrm>
            <a:off x="914513" y="5480298"/>
            <a:ext cx="4258917" cy="1416881"/>
          </a:xfrm>
        </p:spPr>
        <p:txBody>
          <a:bodyPr rtlCol="0"/>
          <a:lstStyle/>
          <a:p>
            <a:pPr rtl="0"/>
            <a:r>
              <a:rPr lang="es-ES" dirty="0"/>
              <a:t>Autor: Nahia Iglesias Calvo</a:t>
            </a:r>
          </a:p>
          <a:p>
            <a:pPr rtl="0"/>
            <a:r>
              <a:rPr lang="es-ES" dirty="0"/>
              <a:t>Director: Alejandro Romero Hernández</a:t>
            </a:r>
          </a:p>
          <a:p>
            <a:pPr rtl="0"/>
            <a:endParaRPr lang="es-ES" dirty="0"/>
          </a:p>
        </p:txBody>
      </p:sp>
      <p:pic>
        <p:nvPicPr>
          <p:cNvPr id="8" name="Marcador de posición de imagen 7">
            <a:extLst>
              <a:ext uri="{FF2B5EF4-FFF2-40B4-BE49-F238E27FC236}">
                <a16:creationId xmlns:a16="http://schemas.microsoft.com/office/drawing/2014/main" id="{35589C94-A26D-CF1B-D5F7-676B14AD1E87}"/>
              </a:ext>
            </a:extLst>
          </p:cNvPr>
          <p:cNvPicPr>
            <a:picLocks noGrp="1" noChangeAspect="1"/>
          </p:cNvPicPr>
          <p:nvPr>
            <p:ph type="pic" sz="quarter" idx="11"/>
          </p:nvPr>
        </p:nvPicPr>
        <p:blipFill>
          <a:blip r:embed="rId3"/>
          <a:srcRect l="25727" r="25727"/>
          <a:stretch>
            <a:fillRect/>
          </a:stretch>
        </p:blipFill>
        <p:spPr>
          <a:prstGeom prst="rect">
            <a:avLst/>
          </a:prstGeom>
        </p:spPr>
      </p:pic>
      <p:sp>
        <p:nvSpPr>
          <p:cNvPr id="9" name="Marcador de texto 17">
            <a:extLst>
              <a:ext uri="{FF2B5EF4-FFF2-40B4-BE49-F238E27FC236}">
                <a16:creationId xmlns:a16="http://schemas.microsoft.com/office/drawing/2014/main" id="{10BEEB18-4ABD-67BB-881C-F73D717ECF74}"/>
              </a:ext>
            </a:extLst>
          </p:cNvPr>
          <p:cNvSpPr txBox="1">
            <a:spLocks/>
          </p:cNvSpPr>
          <p:nvPr/>
        </p:nvSpPr>
        <p:spPr>
          <a:xfrm>
            <a:off x="710536" y="2863056"/>
            <a:ext cx="5260052" cy="2047366"/>
          </a:xfrm>
          <a:prstGeom prst="rect">
            <a:avLst/>
          </a:prstGeom>
        </p:spPr>
        <p:txBody>
          <a:bodyPr vert="horz" lIns="91440" tIns="45720" rIns="91440" bIns="45720" rtlCol="0">
            <a:noAutofit/>
          </a:bodyPr>
          <a:lstStyle>
            <a:lvl1pPr marL="0" indent="0" algn="l" defTabSz="914400" rtl="0" eaLnBrk="1" latinLnBrk="0" hangingPunct="1">
              <a:lnSpc>
                <a:spcPct val="150000"/>
              </a:lnSpc>
              <a:spcBef>
                <a:spcPts val="1000"/>
              </a:spcBef>
              <a:buFont typeface="Arial" panose="020B0604020202020204" pitchFamily="34" charset="0"/>
              <a:buNone/>
              <a:defRPr sz="1400" kern="1200">
                <a:solidFill>
                  <a:schemeClr val="accent2">
                    <a:lumMod val="50000"/>
                  </a:schemeClr>
                </a:solidFill>
                <a:latin typeface="+mn-lt"/>
                <a:ea typeface="+mn-ea"/>
                <a:cs typeface="+mn-cs"/>
              </a:defRPr>
            </a:lvl1pPr>
            <a:lvl2pPr marL="457200" indent="0" algn="l" defTabSz="914400" rtl="0" eaLnBrk="1" latinLnBrk="0" hangingPunct="1">
              <a:lnSpc>
                <a:spcPct val="150000"/>
              </a:lnSpc>
              <a:spcBef>
                <a:spcPts val="500"/>
              </a:spcBef>
              <a:buFont typeface="Arial" panose="020B0604020202020204" pitchFamily="34" charset="0"/>
              <a:buNone/>
              <a:defRPr sz="1400" kern="1200">
                <a:solidFill>
                  <a:schemeClr val="bg2">
                    <a:lumMod val="50000"/>
                  </a:schemeClr>
                </a:solidFill>
                <a:latin typeface="+mn-lt"/>
                <a:ea typeface="+mn-ea"/>
                <a:cs typeface="+mn-cs"/>
              </a:defRPr>
            </a:lvl2pPr>
            <a:lvl3pPr marL="914400" indent="0" algn="l" defTabSz="914400" rtl="0" eaLnBrk="1" latinLnBrk="0" hangingPunct="1">
              <a:lnSpc>
                <a:spcPct val="150000"/>
              </a:lnSpc>
              <a:spcBef>
                <a:spcPts val="500"/>
              </a:spcBef>
              <a:buFont typeface="Arial" panose="020B0604020202020204" pitchFamily="34" charset="0"/>
              <a:buNone/>
              <a:defRPr sz="1400" kern="1200">
                <a:solidFill>
                  <a:schemeClr val="bg2">
                    <a:lumMod val="50000"/>
                  </a:schemeClr>
                </a:solidFill>
                <a:latin typeface="+mn-lt"/>
                <a:ea typeface="+mn-ea"/>
                <a:cs typeface="+mn-cs"/>
              </a:defRPr>
            </a:lvl3pPr>
            <a:lvl4pPr marL="1371600" indent="0" algn="l" defTabSz="914400" rtl="0" eaLnBrk="1" latinLnBrk="0" hangingPunct="1">
              <a:lnSpc>
                <a:spcPct val="150000"/>
              </a:lnSpc>
              <a:spcBef>
                <a:spcPts val="500"/>
              </a:spcBef>
              <a:buFont typeface="Arial" panose="020B0604020202020204" pitchFamily="34" charset="0"/>
              <a:buNone/>
              <a:defRPr sz="1400" kern="1200">
                <a:solidFill>
                  <a:schemeClr val="bg2">
                    <a:lumMod val="50000"/>
                  </a:schemeClr>
                </a:solidFill>
                <a:latin typeface="+mn-lt"/>
                <a:ea typeface="+mn-ea"/>
                <a:cs typeface="+mn-cs"/>
              </a:defRPr>
            </a:lvl4pPr>
            <a:lvl5pPr marL="1828800" indent="0" algn="l" defTabSz="914400" rtl="0" eaLnBrk="1" latinLnBrk="0" hangingPunct="1">
              <a:lnSpc>
                <a:spcPct val="150000"/>
              </a:lnSpc>
              <a:spcBef>
                <a:spcPts val="500"/>
              </a:spcBef>
              <a:buFont typeface="Arial" panose="020B0604020202020204" pitchFamily="34" charset="0"/>
              <a:buNone/>
              <a:defRPr sz="1400" kern="1200">
                <a:solidFill>
                  <a:schemeClr val="bg2">
                    <a:lumMod val="5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s-ES" sz="2000" b="1" dirty="0"/>
              <a:t>Diseño y desarrollo de juego serio para mejorar la capacidad de planificación en niños y adolescentes con TDAH</a:t>
            </a:r>
          </a:p>
          <a:p>
            <a:endParaRPr lang="es-ES" dirty="0"/>
          </a:p>
          <a:p>
            <a:endParaRPr lang="es-ES" dirty="0"/>
          </a:p>
        </p:txBody>
      </p:sp>
    </p:spTree>
    <p:extLst>
      <p:ext uri="{BB962C8B-B14F-4D97-AF65-F5344CB8AC3E}">
        <p14:creationId xmlns:p14="http://schemas.microsoft.com/office/powerpoint/2010/main" val="22593088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25" name="Marcador de texto 24">
            <a:extLst>
              <a:ext uri="{FF2B5EF4-FFF2-40B4-BE49-F238E27FC236}">
                <a16:creationId xmlns:a16="http://schemas.microsoft.com/office/drawing/2014/main" id="{BE394849-EE6D-4358-A824-BBF6E518EAEA}"/>
              </a:ext>
            </a:extLst>
          </p:cNvPr>
          <p:cNvSpPr>
            <a:spLocks noGrp="1"/>
          </p:cNvSpPr>
          <p:nvPr>
            <p:ph type="body" sz="quarter" idx="15"/>
          </p:nvPr>
        </p:nvSpPr>
        <p:spPr/>
        <p:txBody>
          <a:bodyPr rtlCol="0"/>
          <a:lstStyle/>
          <a:p>
            <a:pPr rtl="0"/>
            <a:r>
              <a:rPr lang="es-ES"/>
              <a:t>01</a:t>
            </a:r>
          </a:p>
        </p:txBody>
      </p:sp>
      <p:sp>
        <p:nvSpPr>
          <p:cNvPr id="18" name="Título 17">
            <a:extLst>
              <a:ext uri="{FF2B5EF4-FFF2-40B4-BE49-F238E27FC236}">
                <a16:creationId xmlns:a16="http://schemas.microsoft.com/office/drawing/2014/main" id="{EA6B7DE5-BFCC-4EEF-9609-8AA1C7CAD3B0}"/>
              </a:ext>
            </a:extLst>
          </p:cNvPr>
          <p:cNvSpPr>
            <a:spLocks noGrp="1"/>
          </p:cNvSpPr>
          <p:nvPr>
            <p:ph type="title"/>
          </p:nvPr>
        </p:nvSpPr>
        <p:spPr/>
        <p:txBody>
          <a:bodyPr rtlCol="0"/>
          <a:lstStyle/>
          <a:p>
            <a:pPr rtl="0"/>
            <a:r>
              <a:rPr lang="es-ES" dirty="0"/>
              <a:t>Motivación</a:t>
            </a:r>
          </a:p>
        </p:txBody>
      </p:sp>
      <p:sp>
        <p:nvSpPr>
          <p:cNvPr id="3" name="Marcador de contenido 2">
            <a:extLst>
              <a:ext uri="{FF2B5EF4-FFF2-40B4-BE49-F238E27FC236}">
                <a16:creationId xmlns:a16="http://schemas.microsoft.com/office/drawing/2014/main" id="{95B371F2-DBA5-415A-82C8-651F587B857A}"/>
              </a:ext>
            </a:extLst>
          </p:cNvPr>
          <p:cNvSpPr>
            <a:spLocks noGrp="1"/>
          </p:cNvSpPr>
          <p:nvPr>
            <p:ph type="body" sz="quarter" idx="13"/>
          </p:nvPr>
        </p:nvSpPr>
        <p:spPr/>
        <p:txBody>
          <a:bodyPr rtlCol="0"/>
          <a:lstStyle/>
          <a:p>
            <a:pPr marL="285750" indent="-285750" rtl="0">
              <a:buFont typeface="Arial" panose="020B0604020202020204" pitchFamily="34" charset="0"/>
              <a:buChar char="•"/>
            </a:pPr>
            <a:r>
              <a:rPr lang="es-ES" dirty="0"/>
              <a:t>¿Qué es el Trastorno por Déficit de Atención e Hiperactividad?</a:t>
            </a:r>
          </a:p>
          <a:p>
            <a:pPr marL="285750" indent="-285750" rtl="0">
              <a:buFont typeface="Arial" panose="020B0604020202020204" pitchFamily="34" charset="0"/>
              <a:buChar char="•"/>
            </a:pPr>
            <a:r>
              <a:rPr lang="es-ES" dirty="0"/>
              <a:t>Aumento del TDAH en los últimos años</a:t>
            </a:r>
          </a:p>
          <a:p>
            <a:pPr marL="285750" indent="-285750" rtl="0">
              <a:buFont typeface="Arial" panose="020B0604020202020204" pitchFamily="34" charset="0"/>
              <a:buChar char="•"/>
            </a:pPr>
            <a:r>
              <a:rPr lang="es-ES" dirty="0"/>
              <a:t>Funciones ejecutivas afectadas</a:t>
            </a:r>
          </a:p>
          <a:p>
            <a:pPr marL="285750" indent="-285750" rtl="0">
              <a:buFont typeface="Arial" panose="020B0604020202020204" pitchFamily="34" charset="0"/>
              <a:buChar char="•"/>
            </a:pPr>
            <a:r>
              <a:rPr lang="es-ES" dirty="0"/>
              <a:t>Tratamiento farmacológico</a:t>
            </a:r>
          </a:p>
          <a:p>
            <a:pPr marL="285750" indent="-285750" rtl="0">
              <a:buFont typeface="Arial" panose="020B0604020202020204" pitchFamily="34" charset="0"/>
              <a:buChar char="•"/>
            </a:pPr>
            <a:r>
              <a:rPr lang="es-ES" dirty="0"/>
              <a:t>Juegos serios como herramienta</a:t>
            </a:r>
          </a:p>
        </p:txBody>
      </p:sp>
      <p:sp>
        <p:nvSpPr>
          <p:cNvPr id="35" name="Marcador de número de diapositiva 34">
            <a:extLst>
              <a:ext uri="{FF2B5EF4-FFF2-40B4-BE49-F238E27FC236}">
                <a16:creationId xmlns:a16="http://schemas.microsoft.com/office/drawing/2014/main" id="{5789CCB9-138D-4D90-8AFB-AC5C73612512}"/>
              </a:ext>
            </a:extLst>
          </p:cNvPr>
          <p:cNvSpPr>
            <a:spLocks noGrp="1"/>
          </p:cNvSpPr>
          <p:nvPr>
            <p:ph type="sldNum" sz="quarter" idx="4"/>
          </p:nvPr>
        </p:nvSpPr>
        <p:spPr/>
        <p:txBody>
          <a:bodyPr rtlCol="0"/>
          <a:lstStyle/>
          <a:p>
            <a:pPr rtl="0"/>
            <a:fld id="{294A09A9-5501-47C1-A89A-A340965A2BE2}" type="slidenum">
              <a:rPr lang="es-ES" smtClean="0"/>
              <a:pPr rtl="0"/>
              <a:t>2</a:t>
            </a:fld>
            <a:endParaRPr lang="es-ES"/>
          </a:p>
        </p:txBody>
      </p:sp>
      <p:pic>
        <p:nvPicPr>
          <p:cNvPr id="6" name="Marcador de posición de imagen 5" descr="metilfenidato Archives - Farmacias Julios Panamá">
            <a:extLst>
              <a:ext uri="{FF2B5EF4-FFF2-40B4-BE49-F238E27FC236}">
                <a16:creationId xmlns:a16="http://schemas.microsoft.com/office/drawing/2014/main" id="{C71DADFB-7BF8-F9F8-923F-0080D78371BD}"/>
              </a:ext>
            </a:extLst>
          </p:cNvPr>
          <p:cNvPicPr>
            <a:picLocks noGrp="1" noChangeAspect="1"/>
          </p:cNvPicPr>
          <p:nvPr>
            <p:ph type="pic" sz="quarter" idx="11"/>
          </p:nvPr>
        </p:nvPicPr>
        <p:blipFill>
          <a:blip r:embed="rId3"/>
          <a:srcRect l="4378" r="4378"/>
          <a:stretch>
            <a:fillRect/>
          </a:stretch>
        </p:blipFill>
        <p:spPr>
          <a:prstGeom prst="rect">
            <a:avLst/>
          </a:prstGeom>
        </p:spPr>
      </p:pic>
      <p:pic>
        <p:nvPicPr>
          <p:cNvPr id="12" name="Marcador de posición de imagen 11">
            <a:extLst>
              <a:ext uri="{FF2B5EF4-FFF2-40B4-BE49-F238E27FC236}">
                <a16:creationId xmlns:a16="http://schemas.microsoft.com/office/drawing/2014/main" id="{32F8BEAD-F8AB-F2B9-446A-CF15C237528E}"/>
              </a:ext>
            </a:extLst>
          </p:cNvPr>
          <p:cNvPicPr>
            <a:picLocks noGrp="1" noChangeAspect="1"/>
          </p:cNvPicPr>
          <p:nvPr>
            <p:ph type="pic" sz="quarter" idx="10"/>
          </p:nvPr>
        </p:nvPicPr>
        <p:blipFill>
          <a:blip r:embed="rId4"/>
          <a:srcRect l="6934" r="6934"/>
          <a:stretch>
            <a:fillRect/>
          </a:stretch>
        </p:blipFill>
        <p:spPr>
          <a:prstGeom prst="rect">
            <a:avLst/>
          </a:prstGeom>
        </p:spPr>
      </p:pic>
      <p:pic>
        <p:nvPicPr>
          <p:cNvPr id="20" name="Imagen 19" descr="Medicamento - Iconos gratis de médico">
            <a:extLst>
              <a:ext uri="{FF2B5EF4-FFF2-40B4-BE49-F238E27FC236}">
                <a16:creationId xmlns:a16="http://schemas.microsoft.com/office/drawing/2014/main" id="{FDEDA48F-3880-6220-44A2-11FA649A8263}"/>
              </a:ext>
            </a:extLst>
          </p:cNvPr>
          <p:cNvPicPr>
            <a:picLocks noChangeAspect="1"/>
          </p:cNvPicPr>
          <p:nvPr/>
        </p:nvPicPr>
        <p:blipFill>
          <a:blip r:embed="rId5"/>
          <a:stretch>
            <a:fillRect/>
          </a:stretch>
        </p:blipFill>
        <p:spPr>
          <a:xfrm>
            <a:off x="9103360" y="4220368"/>
            <a:ext cx="1915160" cy="1915160"/>
          </a:xfrm>
          <a:prstGeom prst="rect">
            <a:avLst/>
          </a:prstGeom>
        </p:spPr>
      </p:pic>
    </p:spTree>
    <p:extLst>
      <p:ext uri="{BB962C8B-B14F-4D97-AF65-F5344CB8AC3E}">
        <p14:creationId xmlns:p14="http://schemas.microsoft.com/office/powerpoint/2010/main" val="23712936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Marcador de texto 8">
            <a:extLst>
              <a:ext uri="{FF2B5EF4-FFF2-40B4-BE49-F238E27FC236}">
                <a16:creationId xmlns:a16="http://schemas.microsoft.com/office/drawing/2014/main" id="{BB74BB8A-7BAA-4A6E-9CC4-CB382C68DEEC}"/>
              </a:ext>
            </a:extLst>
          </p:cNvPr>
          <p:cNvSpPr>
            <a:spLocks noGrp="1"/>
          </p:cNvSpPr>
          <p:nvPr>
            <p:ph type="body" sz="quarter" idx="13"/>
          </p:nvPr>
        </p:nvSpPr>
        <p:spPr>
          <a:xfrm>
            <a:off x="2773045" y="2426610"/>
            <a:ext cx="3820260" cy="1111250"/>
          </a:xfrm>
        </p:spPr>
        <p:txBody>
          <a:bodyPr rtlCol="0"/>
          <a:lstStyle/>
          <a:p>
            <a:pPr rtl="0"/>
            <a:r>
              <a:rPr lang="es-ES" dirty="0"/>
              <a:t>02</a:t>
            </a:r>
          </a:p>
        </p:txBody>
      </p:sp>
      <p:sp>
        <p:nvSpPr>
          <p:cNvPr id="3" name="Título 2">
            <a:extLst>
              <a:ext uri="{FF2B5EF4-FFF2-40B4-BE49-F238E27FC236}">
                <a16:creationId xmlns:a16="http://schemas.microsoft.com/office/drawing/2014/main" id="{F9055465-EA9F-436E-A0C3-64912E06BF2C}"/>
              </a:ext>
            </a:extLst>
          </p:cNvPr>
          <p:cNvSpPr>
            <a:spLocks noGrp="1"/>
          </p:cNvSpPr>
          <p:nvPr>
            <p:ph type="title"/>
          </p:nvPr>
        </p:nvSpPr>
        <p:spPr/>
        <p:txBody>
          <a:bodyPr rtlCol="0">
            <a:normAutofit fontScale="90000"/>
          </a:bodyPr>
          <a:lstStyle/>
          <a:p>
            <a:pPr rtl="0"/>
            <a:r>
              <a:rPr lang="es-ES" dirty="0"/>
              <a:t>Hipótesis</a:t>
            </a:r>
          </a:p>
        </p:txBody>
      </p:sp>
      <p:sp>
        <p:nvSpPr>
          <p:cNvPr id="2" name="Título 2">
            <a:extLst>
              <a:ext uri="{FF2B5EF4-FFF2-40B4-BE49-F238E27FC236}">
                <a16:creationId xmlns:a16="http://schemas.microsoft.com/office/drawing/2014/main" id="{4326C07F-BB54-48C4-C320-D892D1177BEA}"/>
              </a:ext>
            </a:extLst>
          </p:cNvPr>
          <p:cNvSpPr txBox="1">
            <a:spLocks/>
          </p:cNvSpPr>
          <p:nvPr/>
        </p:nvSpPr>
        <p:spPr>
          <a:xfrm>
            <a:off x="721894" y="3947440"/>
            <a:ext cx="10748211" cy="1859802"/>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lang="en-US" sz="4400" kern="1200">
                <a:solidFill>
                  <a:schemeClr val="accent2">
                    <a:lumMod val="50000"/>
                  </a:schemeClr>
                </a:solidFill>
                <a:latin typeface="+mj-lt"/>
                <a:ea typeface="+mn-ea"/>
                <a:cs typeface="+mn-cs"/>
              </a:defRPr>
            </a:lvl1pPr>
          </a:lstStyle>
          <a:p>
            <a:r>
              <a:rPr lang="es-ES_tradnl" sz="3200" dirty="0"/>
              <a:t>Los juegos serios son una herramienta efectiva para mejorar la capacidad de planificación en niños y adolescentes con TDAH</a:t>
            </a:r>
            <a:endParaRPr lang="es-ES" sz="3200" dirty="0"/>
          </a:p>
        </p:txBody>
      </p:sp>
    </p:spTree>
    <p:extLst>
      <p:ext uri="{BB962C8B-B14F-4D97-AF65-F5344CB8AC3E}">
        <p14:creationId xmlns:p14="http://schemas.microsoft.com/office/powerpoint/2010/main" val="191201259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a:extLst>
            <a:ext uri="{FF2B5EF4-FFF2-40B4-BE49-F238E27FC236}">
              <a16:creationId xmlns:a16="http://schemas.microsoft.com/office/drawing/2014/main" id="{B8B1C2FF-EBC9-5F06-7710-4F14C3DA4074}"/>
            </a:ext>
          </a:extLst>
        </p:cNvPr>
        <p:cNvGrpSpPr/>
        <p:nvPr/>
      </p:nvGrpSpPr>
      <p:grpSpPr>
        <a:xfrm>
          <a:off x="0" y="0"/>
          <a:ext cx="0" cy="0"/>
          <a:chOff x="0" y="0"/>
          <a:chExt cx="0" cy="0"/>
        </a:xfrm>
      </p:grpSpPr>
      <p:sp>
        <p:nvSpPr>
          <p:cNvPr id="25" name="Marcador de texto 24">
            <a:extLst>
              <a:ext uri="{FF2B5EF4-FFF2-40B4-BE49-F238E27FC236}">
                <a16:creationId xmlns:a16="http://schemas.microsoft.com/office/drawing/2014/main" id="{0B8753B5-D348-B340-2953-4EAE819BDE7A}"/>
              </a:ext>
            </a:extLst>
          </p:cNvPr>
          <p:cNvSpPr>
            <a:spLocks noGrp="1"/>
          </p:cNvSpPr>
          <p:nvPr>
            <p:ph type="body" sz="quarter" idx="15"/>
          </p:nvPr>
        </p:nvSpPr>
        <p:spPr>
          <a:xfrm>
            <a:off x="777959" y="517972"/>
            <a:ext cx="2956560" cy="1333500"/>
          </a:xfrm>
        </p:spPr>
        <p:txBody>
          <a:bodyPr rtlCol="0"/>
          <a:lstStyle/>
          <a:p>
            <a:pPr rtl="0"/>
            <a:r>
              <a:rPr lang="es-ES" dirty="0"/>
              <a:t>03</a:t>
            </a:r>
          </a:p>
        </p:txBody>
      </p:sp>
      <p:sp>
        <p:nvSpPr>
          <p:cNvPr id="18" name="Título 17">
            <a:extLst>
              <a:ext uri="{FF2B5EF4-FFF2-40B4-BE49-F238E27FC236}">
                <a16:creationId xmlns:a16="http://schemas.microsoft.com/office/drawing/2014/main" id="{968C8932-E4F9-037D-BFC8-34B400A778C4}"/>
              </a:ext>
            </a:extLst>
          </p:cNvPr>
          <p:cNvSpPr>
            <a:spLocks noGrp="1"/>
          </p:cNvSpPr>
          <p:nvPr>
            <p:ph type="title"/>
          </p:nvPr>
        </p:nvSpPr>
        <p:spPr>
          <a:xfrm>
            <a:off x="1044742" y="457200"/>
            <a:ext cx="3935647" cy="1340615"/>
          </a:xfrm>
        </p:spPr>
        <p:txBody>
          <a:bodyPr rtlCol="0"/>
          <a:lstStyle/>
          <a:p>
            <a:pPr rtl="0"/>
            <a:r>
              <a:rPr lang="es-ES" dirty="0"/>
              <a:t>Goals</a:t>
            </a:r>
          </a:p>
        </p:txBody>
      </p:sp>
      <p:sp>
        <p:nvSpPr>
          <p:cNvPr id="3" name="Marcador de contenido 2">
            <a:extLst>
              <a:ext uri="{FF2B5EF4-FFF2-40B4-BE49-F238E27FC236}">
                <a16:creationId xmlns:a16="http://schemas.microsoft.com/office/drawing/2014/main" id="{9F3B4AC9-E5D2-6733-226C-103FAB680D30}"/>
              </a:ext>
            </a:extLst>
          </p:cNvPr>
          <p:cNvSpPr>
            <a:spLocks noGrp="1"/>
          </p:cNvSpPr>
          <p:nvPr>
            <p:ph type="body" sz="quarter" idx="13"/>
          </p:nvPr>
        </p:nvSpPr>
        <p:spPr/>
        <p:txBody>
          <a:bodyPr rtlCol="0"/>
          <a:lstStyle/>
          <a:p>
            <a:pPr marL="285750" indent="-285750">
              <a:buFont typeface="Arial" panose="020B0604020202020204" pitchFamily="34" charset="0"/>
              <a:buChar char="•"/>
            </a:pPr>
            <a:r>
              <a:rPr lang="es-ES" b="1" dirty="0" err="1"/>
              <a:t>Design</a:t>
            </a:r>
            <a:r>
              <a:rPr lang="es-ES" b="1" dirty="0"/>
              <a:t> and </a:t>
            </a:r>
            <a:r>
              <a:rPr lang="es-ES" b="1" dirty="0" err="1"/>
              <a:t>develop</a:t>
            </a:r>
            <a:r>
              <a:rPr lang="es-ES" b="1" dirty="0"/>
              <a:t> a </a:t>
            </a:r>
            <a:r>
              <a:rPr lang="es-ES" b="1" dirty="0" err="1"/>
              <a:t>serious</a:t>
            </a:r>
            <a:r>
              <a:rPr lang="es-ES" b="1" dirty="0"/>
              <a:t> </a:t>
            </a:r>
            <a:r>
              <a:rPr lang="es-ES" b="1" dirty="0" err="1"/>
              <a:t>game</a:t>
            </a:r>
            <a:r>
              <a:rPr lang="es-ES" dirty="0"/>
              <a:t> </a:t>
            </a:r>
            <a:r>
              <a:rPr lang="es-ES" dirty="0" err="1"/>
              <a:t>to</a:t>
            </a:r>
            <a:r>
              <a:rPr lang="es-ES" dirty="0"/>
              <a:t> </a:t>
            </a:r>
            <a:r>
              <a:rPr lang="es-ES" dirty="0" err="1"/>
              <a:t>train</a:t>
            </a:r>
            <a:r>
              <a:rPr lang="es-ES" dirty="0"/>
              <a:t> </a:t>
            </a:r>
            <a:r>
              <a:rPr lang="es-ES" dirty="0" err="1"/>
              <a:t>planning</a:t>
            </a:r>
            <a:r>
              <a:rPr lang="es-ES" dirty="0"/>
              <a:t> </a:t>
            </a:r>
            <a:r>
              <a:rPr lang="es-ES" dirty="0" err="1"/>
              <a:t>skills</a:t>
            </a:r>
            <a:r>
              <a:rPr lang="es-ES" dirty="0"/>
              <a:t> in </a:t>
            </a:r>
            <a:r>
              <a:rPr lang="es-ES" dirty="0" err="1"/>
              <a:t>children</a:t>
            </a:r>
            <a:r>
              <a:rPr lang="es-ES" dirty="0"/>
              <a:t> and </a:t>
            </a:r>
            <a:r>
              <a:rPr lang="es-ES" dirty="0" err="1"/>
              <a:t>young</a:t>
            </a:r>
            <a:r>
              <a:rPr lang="es-ES" dirty="0"/>
              <a:t> </a:t>
            </a:r>
            <a:r>
              <a:rPr lang="es-ES" dirty="0" err="1"/>
              <a:t>people</a:t>
            </a:r>
            <a:r>
              <a:rPr lang="es-ES" dirty="0"/>
              <a:t> </a:t>
            </a:r>
            <a:r>
              <a:rPr lang="es-ES" dirty="0" err="1"/>
              <a:t>with</a:t>
            </a:r>
            <a:r>
              <a:rPr lang="es-ES" dirty="0"/>
              <a:t> ADHD</a:t>
            </a:r>
          </a:p>
        </p:txBody>
      </p:sp>
      <p:sp>
        <p:nvSpPr>
          <p:cNvPr id="35" name="Marcador de número de diapositiva 34">
            <a:extLst>
              <a:ext uri="{FF2B5EF4-FFF2-40B4-BE49-F238E27FC236}">
                <a16:creationId xmlns:a16="http://schemas.microsoft.com/office/drawing/2014/main" id="{0865739E-30FF-7E30-07C9-DBA7BB004B66}"/>
              </a:ext>
            </a:extLst>
          </p:cNvPr>
          <p:cNvSpPr>
            <a:spLocks noGrp="1"/>
          </p:cNvSpPr>
          <p:nvPr>
            <p:ph type="sldNum" sz="quarter" idx="4"/>
          </p:nvPr>
        </p:nvSpPr>
        <p:spPr/>
        <p:txBody>
          <a:bodyPr rtlCol="0"/>
          <a:lstStyle/>
          <a:p>
            <a:pPr rtl="0"/>
            <a:fld id="{294A09A9-5501-47C1-A89A-A340965A2BE2}" type="slidenum">
              <a:rPr lang="es-ES" smtClean="0"/>
              <a:pPr rtl="0"/>
              <a:t>4</a:t>
            </a:fld>
            <a:endParaRPr lang="es-ES"/>
          </a:p>
        </p:txBody>
      </p:sp>
      <p:pic>
        <p:nvPicPr>
          <p:cNvPr id="13" name="Marcador de posición de imagen 12">
            <a:extLst>
              <a:ext uri="{FF2B5EF4-FFF2-40B4-BE49-F238E27FC236}">
                <a16:creationId xmlns:a16="http://schemas.microsoft.com/office/drawing/2014/main" id="{80932891-E35C-E372-A432-F6452150C00F}"/>
              </a:ext>
            </a:extLst>
          </p:cNvPr>
          <p:cNvPicPr>
            <a:picLocks noGrp="1" noChangeAspect="1"/>
          </p:cNvPicPr>
          <p:nvPr>
            <p:ph type="pic" sz="quarter" idx="12"/>
          </p:nvPr>
        </p:nvPicPr>
        <p:blipFill>
          <a:blip r:embed="rId3"/>
          <a:srcRect l="-241" r="-293"/>
          <a:stretch>
            <a:fillRect/>
          </a:stretch>
        </p:blipFill>
        <p:spPr>
          <a:xfrm>
            <a:off x="6108608" y="1869664"/>
            <a:ext cx="4446747" cy="2950814"/>
          </a:xfrm>
          <a:prstGeom prst="rect">
            <a:avLst/>
          </a:prstGeom>
        </p:spPr>
      </p:pic>
    </p:spTree>
    <p:extLst>
      <p:ext uri="{BB962C8B-B14F-4D97-AF65-F5344CB8AC3E}">
        <p14:creationId xmlns:p14="http://schemas.microsoft.com/office/powerpoint/2010/main" val="22607675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8" name="Título 7">
            <a:extLst>
              <a:ext uri="{FF2B5EF4-FFF2-40B4-BE49-F238E27FC236}">
                <a16:creationId xmlns:a16="http://schemas.microsoft.com/office/drawing/2014/main" id="{E19BF1C0-EE32-4EEE-9539-CE8473AA2F38}"/>
              </a:ext>
            </a:extLst>
          </p:cNvPr>
          <p:cNvSpPr>
            <a:spLocks noGrp="1"/>
          </p:cNvSpPr>
          <p:nvPr>
            <p:ph type="title"/>
          </p:nvPr>
        </p:nvSpPr>
        <p:spPr>
          <a:xfrm>
            <a:off x="895533" y="539225"/>
            <a:ext cx="4270355" cy="2434386"/>
          </a:xfrm>
        </p:spPr>
        <p:txBody>
          <a:bodyPr rtlCol="0">
            <a:normAutofit/>
          </a:bodyPr>
          <a:lstStyle/>
          <a:p>
            <a:pPr rtl="0"/>
            <a:r>
              <a:rPr lang="es-ES" sz="5400" dirty="0" err="1"/>
              <a:t>Specific</a:t>
            </a:r>
            <a:r>
              <a:rPr lang="es-ES" sz="5400" dirty="0"/>
              <a:t> </a:t>
            </a:r>
            <a:r>
              <a:rPr lang="es-ES" sz="5400" dirty="0" err="1"/>
              <a:t>objectives</a:t>
            </a:r>
            <a:endParaRPr lang="es-ES" sz="5400" dirty="0"/>
          </a:p>
        </p:txBody>
      </p:sp>
      <p:sp>
        <p:nvSpPr>
          <p:cNvPr id="31" name="Marcador de número de diapositiva 30">
            <a:extLst>
              <a:ext uri="{FF2B5EF4-FFF2-40B4-BE49-F238E27FC236}">
                <a16:creationId xmlns:a16="http://schemas.microsoft.com/office/drawing/2014/main" id="{AD175D2A-0058-45E0-AAF6-7260876F007C}"/>
              </a:ext>
            </a:extLst>
          </p:cNvPr>
          <p:cNvSpPr>
            <a:spLocks noGrp="1"/>
          </p:cNvSpPr>
          <p:nvPr>
            <p:ph type="sldNum" sz="quarter" idx="4"/>
          </p:nvPr>
        </p:nvSpPr>
        <p:spPr/>
        <p:txBody>
          <a:bodyPr rtlCol="0"/>
          <a:lstStyle/>
          <a:p>
            <a:pPr rtl="0"/>
            <a:fld id="{294A09A9-5501-47C1-A89A-A340965A2BE2}" type="slidenum">
              <a:rPr lang="es-ES" smtClean="0"/>
              <a:pPr rtl="0"/>
              <a:t>5</a:t>
            </a:fld>
            <a:endParaRPr lang="es-ES"/>
          </a:p>
        </p:txBody>
      </p:sp>
      <p:sp>
        <p:nvSpPr>
          <p:cNvPr id="6" name="CuadroTexto 5">
            <a:extLst>
              <a:ext uri="{FF2B5EF4-FFF2-40B4-BE49-F238E27FC236}">
                <a16:creationId xmlns:a16="http://schemas.microsoft.com/office/drawing/2014/main" id="{A31E6E89-4742-2407-141A-F1FE6FE1A132}"/>
              </a:ext>
            </a:extLst>
          </p:cNvPr>
          <p:cNvSpPr txBox="1"/>
          <p:nvPr/>
        </p:nvSpPr>
        <p:spPr>
          <a:xfrm>
            <a:off x="1005398" y="2780571"/>
            <a:ext cx="10932602" cy="3338030"/>
          </a:xfrm>
          <a:prstGeom prst="rect">
            <a:avLst/>
          </a:prstGeom>
          <a:noFill/>
        </p:spPr>
        <p:txBody>
          <a:bodyPr wrap="square">
            <a:spAutoFit/>
          </a:bodyPr>
          <a:lstStyle/>
          <a:p>
            <a:pPr marL="342900" lvl="0" indent="-342900">
              <a:lnSpc>
                <a:spcPct val="200000"/>
              </a:lnSpc>
              <a:buFont typeface="Arial" panose="020B0604020202020204" pitchFamily="34" charset="0"/>
              <a:buChar char="•"/>
            </a:pPr>
            <a:r>
              <a:rPr lang="es-ES" b="1" dirty="0" err="1"/>
              <a:t>Research</a:t>
            </a:r>
            <a:r>
              <a:rPr lang="es-ES" dirty="0"/>
              <a:t> </a:t>
            </a:r>
            <a:r>
              <a:rPr lang="es-ES" dirty="0" err="1"/>
              <a:t>planning</a:t>
            </a:r>
            <a:r>
              <a:rPr lang="es-ES" dirty="0"/>
              <a:t> </a:t>
            </a:r>
            <a:r>
              <a:rPr lang="es-ES" dirty="0" err="1"/>
              <a:t>skills</a:t>
            </a:r>
            <a:r>
              <a:rPr lang="es-ES" dirty="0"/>
              <a:t> in </a:t>
            </a:r>
            <a:r>
              <a:rPr lang="es-ES" dirty="0" err="1"/>
              <a:t>people</a:t>
            </a:r>
            <a:r>
              <a:rPr lang="es-ES" dirty="0"/>
              <a:t> </a:t>
            </a:r>
            <a:r>
              <a:rPr lang="es-ES" dirty="0" err="1"/>
              <a:t>with</a:t>
            </a:r>
            <a:r>
              <a:rPr lang="es-ES" dirty="0"/>
              <a:t> ADHD and similar </a:t>
            </a:r>
            <a:r>
              <a:rPr lang="es-ES" dirty="0" err="1"/>
              <a:t>tools</a:t>
            </a:r>
            <a:r>
              <a:rPr lang="es-ES" dirty="0"/>
              <a:t>. </a:t>
            </a:r>
          </a:p>
          <a:p>
            <a:pPr marL="342900" lvl="0" indent="-342900">
              <a:lnSpc>
                <a:spcPct val="200000"/>
              </a:lnSpc>
              <a:buFont typeface="Arial" panose="020B0604020202020204" pitchFamily="34" charset="0"/>
              <a:buChar char="•"/>
            </a:pPr>
            <a:r>
              <a:rPr lang="es-ES" b="1" dirty="0"/>
              <a:t>Define </a:t>
            </a:r>
            <a:r>
              <a:rPr lang="es-ES" b="1" dirty="0" err="1"/>
              <a:t>requirements</a:t>
            </a:r>
            <a:r>
              <a:rPr lang="es-ES" dirty="0"/>
              <a:t> in </a:t>
            </a:r>
            <a:r>
              <a:rPr lang="es-ES" dirty="0" err="1"/>
              <a:t>collaboration</a:t>
            </a:r>
            <a:r>
              <a:rPr lang="es-ES" dirty="0"/>
              <a:t> </a:t>
            </a:r>
            <a:r>
              <a:rPr lang="es-ES" dirty="0" err="1"/>
              <a:t>with</a:t>
            </a:r>
            <a:r>
              <a:rPr lang="es-ES" dirty="0"/>
              <a:t> </a:t>
            </a:r>
            <a:r>
              <a:rPr lang="es-ES" dirty="0" err="1"/>
              <a:t>psychologists</a:t>
            </a:r>
            <a:r>
              <a:rPr lang="es-ES" dirty="0"/>
              <a:t>. </a:t>
            </a:r>
          </a:p>
          <a:p>
            <a:pPr marL="342900" lvl="0" indent="-342900">
              <a:lnSpc>
                <a:spcPct val="200000"/>
              </a:lnSpc>
              <a:buFont typeface="Arial" panose="020B0604020202020204" pitchFamily="34" charset="0"/>
              <a:buChar char="•"/>
            </a:pPr>
            <a:r>
              <a:rPr lang="es-ES" b="1" dirty="0" err="1"/>
              <a:t>Design</a:t>
            </a:r>
            <a:r>
              <a:rPr lang="es-ES" b="1" dirty="0"/>
              <a:t> </a:t>
            </a:r>
            <a:r>
              <a:rPr lang="es-ES" b="1" dirty="0" err="1"/>
              <a:t>an</a:t>
            </a:r>
            <a:r>
              <a:rPr lang="es-ES" b="1" dirty="0"/>
              <a:t> </a:t>
            </a:r>
            <a:r>
              <a:rPr lang="es-ES" b="1" dirty="0" err="1"/>
              <a:t>application</a:t>
            </a:r>
            <a:r>
              <a:rPr lang="es-ES" dirty="0"/>
              <a:t> </a:t>
            </a:r>
            <a:r>
              <a:rPr lang="es-ES" dirty="0" err="1"/>
              <a:t>to</a:t>
            </a:r>
            <a:r>
              <a:rPr lang="es-ES" dirty="0"/>
              <a:t> </a:t>
            </a:r>
            <a:r>
              <a:rPr lang="es-ES" dirty="0" err="1"/>
              <a:t>improve</a:t>
            </a:r>
            <a:r>
              <a:rPr lang="es-ES" dirty="0"/>
              <a:t> </a:t>
            </a:r>
            <a:r>
              <a:rPr lang="es-ES" dirty="0" err="1"/>
              <a:t>planning</a:t>
            </a:r>
            <a:r>
              <a:rPr lang="es-ES" dirty="0"/>
              <a:t> </a:t>
            </a:r>
            <a:r>
              <a:rPr lang="es-ES" dirty="0" err="1"/>
              <a:t>skills</a:t>
            </a:r>
            <a:r>
              <a:rPr lang="es-ES" dirty="0"/>
              <a:t> in </a:t>
            </a:r>
            <a:r>
              <a:rPr lang="es-ES" dirty="0" err="1"/>
              <a:t>children</a:t>
            </a:r>
            <a:r>
              <a:rPr lang="es-ES" dirty="0"/>
              <a:t> and </a:t>
            </a:r>
            <a:r>
              <a:rPr lang="es-ES" dirty="0" err="1"/>
              <a:t>adolescents</a:t>
            </a:r>
            <a:r>
              <a:rPr lang="es-ES" dirty="0"/>
              <a:t> </a:t>
            </a:r>
            <a:r>
              <a:rPr lang="es-ES" dirty="0" err="1"/>
              <a:t>with</a:t>
            </a:r>
            <a:r>
              <a:rPr lang="es-ES" dirty="0"/>
              <a:t> ADHD. </a:t>
            </a:r>
          </a:p>
          <a:p>
            <a:pPr marL="342900" lvl="0" indent="-342900">
              <a:lnSpc>
                <a:spcPct val="200000"/>
              </a:lnSpc>
              <a:buFont typeface="Arial" panose="020B0604020202020204" pitchFamily="34" charset="0"/>
              <a:buChar char="•"/>
            </a:pPr>
            <a:r>
              <a:rPr lang="es-ES" b="1" dirty="0" err="1"/>
              <a:t>Develop</a:t>
            </a:r>
            <a:r>
              <a:rPr lang="es-ES" b="1" dirty="0"/>
              <a:t> </a:t>
            </a:r>
            <a:r>
              <a:rPr lang="es-ES" b="1" dirty="0" err="1"/>
              <a:t>the</a:t>
            </a:r>
            <a:r>
              <a:rPr lang="es-ES" b="1" dirty="0"/>
              <a:t> </a:t>
            </a:r>
            <a:r>
              <a:rPr lang="es-ES" b="1" dirty="0" err="1"/>
              <a:t>application</a:t>
            </a:r>
            <a:r>
              <a:rPr lang="es-ES" dirty="0"/>
              <a:t> </a:t>
            </a:r>
            <a:r>
              <a:rPr lang="es-ES" dirty="0" err="1"/>
              <a:t>using</a:t>
            </a:r>
            <a:r>
              <a:rPr lang="es-ES" dirty="0"/>
              <a:t> Unity. </a:t>
            </a:r>
          </a:p>
          <a:p>
            <a:pPr marL="342900" lvl="0" indent="-342900">
              <a:lnSpc>
                <a:spcPct val="200000"/>
              </a:lnSpc>
              <a:buFont typeface="Arial" panose="020B0604020202020204" pitchFamily="34" charset="0"/>
              <a:buChar char="•"/>
            </a:pPr>
            <a:r>
              <a:rPr lang="es-ES" b="1" dirty="0" err="1"/>
              <a:t>Adjust</a:t>
            </a:r>
            <a:r>
              <a:rPr lang="es-ES" b="1" dirty="0"/>
              <a:t> </a:t>
            </a:r>
            <a:r>
              <a:rPr lang="es-ES" b="1" dirty="0" err="1"/>
              <a:t>the</a:t>
            </a:r>
            <a:r>
              <a:rPr lang="es-ES" b="1" dirty="0"/>
              <a:t> </a:t>
            </a:r>
            <a:r>
              <a:rPr lang="es-ES" b="1" dirty="0" err="1"/>
              <a:t>game</a:t>
            </a:r>
            <a:r>
              <a:rPr lang="es-ES" b="1" dirty="0"/>
              <a:t> </a:t>
            </a:r>
            <a:r>
              <a:rPr lang="es-ES" b="1" dirty="0" err="1"/>
              <a:t>difficulty</a:t>
            </a:r>
            <a:r>
              <a:rPr lang="es-ES" dirty="0"/>
              <a:t> </a:t>
            </a:r>
            <a:r>
              <a:rPr lang="es-ES" dirty="0" err="1"/>
              <a:t>through</a:t>
            </a:r>
            <a:r>
              <a:rPr lang="es-ES" dirty="0"/>
              <a:t> </a:t>
            </a:r>
            <a:r>
              <a:rPr lang="es-ES" dirty="0" err="1"/>
              <a:t>configuration</a:t>
            </a:r>
            <a:r>
              <a:rPr lang="es-ES" dirty="0"/>
              <a:t> </a:t>
            </a:r>
            <a:r>
              <a:rPr lang="es-ES" dirty="0" err="1"/>
              <a:t>settings</a:t>
            </a:r>
            <a:r>
              <a:rPr lang="es-ES" dirty="0"/>
              <a:t>. </a:t>
            </a:r>
          </a:p>
          <a:p>
            <a:pPr marL="342900" lvl="0" indent="-342900">
              <a:lnSpc>
                <a:spcPct val="200000"/>
              </a:lnSpc>
              <a:buFont typeface="Arial" panose="020B0604020202020204" pitchFamily="34" charset="0"/>
              <a:buChar char="•"/>
            </a:pPr>
            <a:r>
              <a:rPr lang="es-ES" b="1" dirty="0" err="1"/>
              <a:t>Collect</a:t>
            </a:r>
            <a:r>
              <a:rPr lang="es-ES" b="1" dirty="0"/>
              <a:t> and </a:t>
            </a:r>
            <a:r>
              <a:rPr lang="es-ES" b="1" dirty="0" err="1"/>
              <a:t>analyse</a:t>
            </a:r>
            <a:r>
              <a:rPr lang="es-ES" b="1" dirty="0"/>
              <a:t> data</a:t>
            </a:r>
            <a:r>
              <a:rPr lang="es-ES" dirty="0"/>
              <a:t> </a:t>
            </a:r>
            <a:r>
              <a:rPr lang="es-ES" dirty="0" err="1"/>
              <a:t>to</a:t>
            </a:r>
            <a:r>
              <a:rPr lang="es-ES" dirty="0"/>
              <a:t> </a:t>
            </a:r>
            <a:r>
              <a:rPr lang="es-ES" dirty="0" err="1"/>
              <a:t>evaluate</a:t>
            </a:r>
            <a:r>
              <a:rPr lang="es-ES" dirty="0"/>
              <a:t> </a:t>
            </a:r>
            <a:r>
              <a:rPr lang="es-ES" dirty="0" err="1"/>
              <a:t>the</a:t>
            </a:r>
            <a:r>
              <a:rPr lang="es-ES" dirty="0"/>
              <a:t> </a:t>
            </a:r>
            <a:r>
              <a:rPr lang="es-ES" dirty="0" err="1"/>
              <a:t>application's</a:t>
            </a:r>
            <a:r>
              <a:rPr lang="es-ES" dirty="0"/>
              <a:t> </a:t>
            </a:r>
            <a:r>
              <a:rPr lang="es-ES" dirty="0" err="1"/>
              <a:t>effectiveness</a:t>
            </a:r>
            <a:r>
              <a:rPr lang="es-ES" dirty="0"/>
              <a:t>.</a:t>
            </a:r>
          </a:p>
        </p:txBody>
      </p:sp>
    </p:spTree>
    <p:extLst>
      <p:ext uri="{BB962C8B-B14F-4D97-AF65-F5344CB8AC3E}">
        <p14:creationId xmlns:p14="http://schemas.microsoft.com/office/powerpoint/2010/main" val="25631196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C5A482-F847-FBF5-8BDF-67ACC0A54E71}"/>
            </a:ext>
          </a:extLst>
        </p:cNvPr>
        <p:cNvGrpSpPr/>
        <p:nvPr/>
      </p:nvGrpSpPr>
      <p:grpSpPr>
        <a:xfrm>
          <a:off x="0" y="0"/>
          <a:ext cx="0" cy="0"/>
          <a:chOff x="0" y="0"/>
          <a:chExt cx="0" cy="0"/>
        </a:xfrm>
      </p:grpSpPr>
      <p:sp>
        <p:nvSpPr>
          <p:cNvPr id="9" name="Marcador de texto 8">
            <a:extLst>
              <a:ext uri="{FF2B5EF4-FFF2-40B4-BE49-F238E27FC236}">
                <a16:creationId xmlns:a16="http://schemas.microsoft.com/office/drawing/2014/main" id="{1AF22F1B-573D-1ADF-ACEC-F645A843333D}"/>
              </a:ext>
            </a:extLst>
          </p:cNvPr>
          <p:cNvSpPr>
            <a:spLocks noGrp="1"/>
          </p:cNvSpPr>
          <p:nvPr>
            <p:ph type="body" sz="quarter" idx="13"/>
          </p:nvPr>
        </p:nvSpPr>
        <p:spPr/>
        <p:txBody>
          <a:bodyPr rtlCol="0"/>
          <a:lstStyle/>
          <a:p>
            <a:pPr rtl="0"/>
            <a:r>
              <a:rPr lang="es-ES" dirty="0"/>
              <a:t>04</a:t>
            </a:r>
          </a:p>
        </p:txBody>
      </p:sp>
      <p:sp>
        <p:nvSpPr>
          <p:cNvPr id="3" name="Título 2">
            <a:extLst>
              <a:ext uri="{FF2B5EF4-FFF2-40B4-BE49-F238E27FC236}">
                <a16:creationId xmlns:a16="http://schemas.microsoft.com/office/drawing/2014/main" id="{D9B1D58A-5739-AC03-29EF-E830A40AEFF7}"/>
              </a:ext>
            </a:extLst>
          </p:cNvPr>
          <p:cNvSpPr>
            <a:spLocks noGrp="1"/>
          </p:cNvSpPr>
          <p:nvPr>
            <p:ph type="title"/>
          </p:nvPr>
        </p:nvSpPr>
        <p:spPr/>
        <p:txBody>
          <a:bodyPr rtlCol="0">
            <a:normAutofit fontScale="90000"/>
          </a:bodyPr>
          <a:lstStyle/>
          <a:p>
            <a:pPr rtl="0"/>
            <a:r>
              <a:rPr lang="es-ES" dirty="0"/>
              <a:t>Estado del arte</a:t>
            </a:r>
          </a:p>
        </p:txBody>
      </p:sp>
    </p:spTree>
    <p:extLst>
      <p:ext uri="{BB962C8B-B14F-4D97-AF65-F5344CB8AC3E}">
        <p14:creationId xmlns:p14="http://schemas.microsoft.com/office/powerpoint/2010/main" val="26133441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4" name="Título 3">
            <a:extLst>
              <a:ext uri="{FF2B5EF4-FFF2-40B4-BE49-F238E27FC236}">
                <a16:creationId xmlns:a16="http://schemas.microsoft.com/office/drawing/2014/main" id="{07A371F5-EAAD-4ADC-8D3F-1CBB98D52839}"/>
              </a:ext>
            </a:extLst>
          </p:cNvPr>
          <p:cNvSpPr>
            <a:spLocks noGrp="1"/>
          </p:cNvSpPr>
          <p:nvPr>
            <p:ph type="title"/>
          </p:nvPr>
        </p:nvSpPr>
        <p:spPr/>
        <p:txBody>
          <a:bodyPr rtlCol="0"/>
          <a:lstStyle/>
          <a:p>
            <a:pPr rtl="0"/>
            <a:r>
              <a:rPr lang="es-ES" dirty="0"/>
              <a:t>Investigación previa</a:t>
            </a:r>
          </a:p>
        </p:txBody>
      </p:sp>
      <p:sp>
        <p:nvSpPr>
          <p:cNvPr id="9" name="Marcador de número de diapositiva 8">
            <a:extLst>
              <a:ext uri="{FF2B5EF4-FFF2-40B4-BE49-F238E27FC236}">
                <a16:creationId xmlns:a16="http://schemas.microsoft.com/office/drawing/2014/main" id="{9057E93D-BB39-4013-A843-780147924DB7}"/>
              </a:ext>
            </a:extLst>
          </p:cNvPr>
          <p:cNvSpPr>
            <a:spLocks noGrp="1"/>
          </p:cNvSpPr>
          <p:nvPr>
            <p:ph type="sldNum" sz="quarter" idx="4"/>
          </p:nvPr>
        </p:nvSpPr>
        <p:spPr/>
        <p:txBody>
          <a:bodyPr rtlCol="0"/>
          <a:lstStyle/>
          <a:p>
            <a:pPr rtl="0"/>
            <a:fld id="{294A09A9-5501-47C1-A89A-A340965A2BE2}" type="slidenum">
              <a:rPr lang="es-ES" smtClean="0"/>
              <a:pPr rtl="0"/>
              <a:t>7</a:t>
            </a:fld>
            <a:endParaRPr lang="es-ES" dirty="0"/>
          </a:p>
        </p:txBody>
      </p:sp>
      <p:sp>
        <p:nvSpPr>
          <p:cNvPr id="3" name="Marcador de contenido 2">
            <a:extLst>
              <a:ext uri="{FF2B5EF4-FFF2-40B4-BE49-F238E27FC236}">
                <a16:creationId xmlns:a16="http://schemas.microsoft.com/office/drawing/2014/main" id="{8237CB35-43CE-3E61-62A9-0767C73512B4}"/>
              </a:ext>
            </a:extLst>
          </p:cNvPr>
          <p:cNvSpPr>
            <a:spLocks noGrp="1"/>
          </p:cNvSpPr>
          <p:nvPr>
            <p:ph sz="quarter" idx="11"/>
          </p:nvPr>
        </p:nvSpPr>
        <p:spPr>
          <a:xfrm>
            <a:off x="854076" y="1625600"/>
            <a:ext cx="5233990" cy="4860925"/>
          </a:xfrm>
        </p:spPr>
        <p:txBody>
          <a:bodyPr/>
          <a:lstStyle/>
          <a:p>
            <a:r>
              <a:rPr lang="es-ES" dirty="0"/>
              <a:t>Trastorno por Déficit de Atención e Hiperactividad</a:t>
            </a:r>
          </a:p>
          <a:p>
            <a:r>
              <a:rPr lang="es-ES" dirty="0"/>
              <a:t>Videojuegos y juegos serios como herramienta</a:t>
            </a:r>
          </a:p>
          <a:p>
            <a:r>
              <a:rPr lang="es-ES" dirty="0"/>
              <a:t>Unity</a:t>
            </a:r>
          </a:p>
          <a:p>
            <a:r>
              <a:rPr lang="es-ES" dirty="0"/>
              <a:t>ACEMATE</a:t>
            </a:r>
          </a:p>
          <a:p>
            <a:endParaRPr lang="es-ES" dirty="0"/>
          </a:p>
          <a:p>
            <a:endParaRPr lang="es-ES" dirty="0"/>
          </a:p>
        </p:txBody>
      </p:sp>
      <p:pic>
        <p:nvPicPr>
          <p:cNvPr id="2" name="Imagen 1">
            <a:extLst>
              <a:ext uri="{FF2B5EF4-FFF2-40B4-BE49-F238E27FC236}">
                <a16:creationId xmlns:a16="http://schemas.microsoft.com/office/drawing/2014/main" id="{B7D752C4-F8BB-6285-F7E3-6547FD1C4AB5}"/>
              </a:ext>
            </a:extLst>
          </p:cNvPr>
          <p:cNvPicPr>
            <a:picLocks noChangeAspect="1"/>
          </p:cNvPicPr>
          <p:nvPr/>
        </p:nvPicPr>
        <p:blipFill>
          <a:blip r:embed="rId3"/>
          <a:stretch>
            <a:fillRect/>
          </a:stretch>
        </p:blipFill>
        <p:spPr>
          <a:xfrm>
            <a:off x="7171084" y="1765403"/>
            <a:ext cx="3665054" cy="4581318"/>
          </a:xfrm>
          <a:prstGeom prst="rect">
            <a:avLst/>
          </a:prstGeom>
        </p:spPr>
      </p:pic>
    </p:spTree>
    <p:extLst>
      <p:ext uri="{BB962C8B-B14F-4D97-AF65-F5344CB8AC3E}">
        <p14:creationId xmlns:p14="http://schemas.microsoft.com/office/powerpoint/2010/main" val="15273869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6" name="Marcador de texto 5">
            <a:extLst>
              <a:ext uri="{FF2B5EF4-FFF2-40B4-BE49-F238E27FC236}">
                <a16:creationId xmlns:a16="http://schemas.microsoft.com/office/drawing/2014/main" id="{70039366-CC4B-45CC-9139-66129D35DB25}"/>
              </a:ext>
            </a:extLst>
          </p:cNvPr>
          <p:cNvSpPr>
            <a:spLocks noGrp="1"/>
          </p:cNvSpPr>
          <p:nvPr>
            <p:ph type="body" sz="quarter" idx="13"/>
          </p:nvPr>
        </p:nvSpPr>
        <p:spPr/>
        <p:txBody>
          <a:bodyPr rtlCol="0"/>
          <a:lstStyle/>
          <a:p>
            <a:pPr rtl="0"/>
            <a:r>
              <a:rPr lang="es-ES" dirty="0"/>
              <a:t>05</a:t>
            </a:r>
          </a:p>
        </p:txBody>
      </p:sp>
      <p:sp>
        <p:nvSpPr>
          <p:cNvPr id="3" name="Título 2">
            <a:extLst>
              <a:ext uri="{FF2B5EF4-FFF2-40B4-BE49-F238E27FC236}">
                <a16:creationId xmlns:a16="http://schemas.microsoft.com/office/drawing/2014/main" id="{594C1777-B62D-468E-BE34-64A07CED098F}"/>
              </a:ext>
            </a:extLst>
          </p:cNvPr>
          <p:cNvSpPr>
            <a:spLocks noGrp="1"/>
          </p:cNvSpPr>
          <p:nvPr>
            <p:ph type="title"/>
          </p:nvPr>
        </p:nvSpPr>
        <p:spPr/>
        <p:txBody>
          <a:bodyPr rtlCol="0">
            <a:normAutofit fontScale="90000"/>
          </a:bodyPr>
          <a:lstStyle/>
          <a:p>
            <a:pPr rtl="0"/>
            <a:r>
              <a:rPr lang="es-ES" dirty="0"/>
              <a:t>Diseño</a:t>
            </a:r>
          </a:p>
        </p:txBody>
      </p:sp>
    </p:spTree>
    <p:extLst>
      <p:ext uri="{BB962C8B-B14F-4D97-AF65-F5344CB8AC3E}">
        <p14:creationId xmlns:p14="http://schemas.microsoft.com/office/powerpoint/2010/main" val="6751371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96F75DE-8A44-4EC5-83C6-95BDDF10DFD9}"/>
              </a:ext>
            </a:extLst>
          </p:cNvPr>
          <p:cNvSpPr>
            <a:spLocks noGrp="1"/>
          </p:cNvSpPr>
          <p:nvPr>
            <p:ph type="title"/>
          </p:nvPr>
        </p:nvSpPr>
        <p:spPr/>
        <p:txBody>
          <a:bodyPr rtlCol="0"/>
          <a:lstStyle/>
          <a:p>
            <a:pPr rtl="0"/>
            <a:r>
              <a:rPr lang="es-ES" dirty="0"/>
              <a:t>Requisitos previos</a:t>
            </a:r>
          </a:p>
        </p:txBody>
      </p:sp>
      <p:sp>
        <p:nvSpPr>
          <p:cNvPr id="15" name="Marcador de número de diapositiva 14">
            <a:extLst>
              <a:ext uri="{FF2B5EF4-FFF2-40B4-BE49-F238E27FC236}">
                <a16:creationId xmlns:a16="http://schemas.microsoft.com/office/drawing/2014/main" id="{5515DA6F-E486-4C5A-B98C-B1ACDA64D455}"/>
              </a:ext>
            </a:extLst>
          </p:cNvPr>
          <p:cNvSpPr>
            <a:spLocks noGrp="1"/>
          </p:cNvSpPr>
          <p:nvPr>
            <p:ph type="sldNum" sz="quarter" idx="4"/>
          </p:nvPr>
        </p:nvSpPr>
        <p:spPr/>
        <p:txBody>
          <a:bodyPr rtlCol="0"/>
          <a:lstStyle/>
          <a:p>
            <a:pPr rtl="0"/>
            <a:fld id="{294A09A9-5501-47C1-A89A-A340965A2BE2}" type="slidenum">
              <a:rPr lang="es-ES" smtClean="0"/>
              <a:pPr rtl="0"/>
              <a:t>9</a:t>
            </a:fld>
            <a:endParaRPr lang="es-ES"/>
          </a:p>
        </p:txBody>
      </p:sp>
      <p:sp>
        <p:nvSpPr>
          <p:cNvPr id="16" name="Marcador de contenido 2">
            <a:extLst>
              <a:ext uri="{FF2B5EF4-FFF2-40B4-BE49-F238E27FC236}">
                <a16:creationId xmlns:a16="http://schemas.microsoft.com/office/drawing/2014/main" id="{E661B508-0E8F-2C10-44BB-9B9084CE3833}"/>
              </a:ext>
            </a:extLst>
          </p:cNvPr>
          <p:cNvSpPr>
            <a:spLocks noGrp="1"/>
          </p:cNvSpPr>
          <p:nvPr>
            <p:ph sz="quarter" idx="11"/>
          </p:nvPr>
        </p:nvSpPr>
        <p:spPr>
          <a:xfrm>
            <a:off x="854073" y="1477963"/>
            <a:ext cx="9919943" cy="4714115"/>
          </a:xfrm>
        </p:spPr>
        <p:txBody>
          <a:bodyPr>
            <a:normAutofit/>
          </a:bodyPr>
          <a:lstStyle/>
          <a:p>
            <a:pPr lvl="0"/>
            <a:r>
              <a:rPr lang="es-ES" sz="1800" dirty="0">
                <a:solidFill>
                  <a:schemeClr val="accent2">
                    <a:lumMod val="50000"/>
                  </a:schemeClr>
                </a:solidFill>
              </a:rPr>
              <a:t>Temática de Colombia</a:t>
            </a:r>
          </a:p>
          <a:p>
            <a:pPr lvl="0"/>
            <a:r>
              <a:rPr lang="es-ES" sz="1800" dirty="0">
                <a:solidFill>
                  <a:schemeClr val="accent2">
                    <a:lumMod val="50000"/>
                  </a:schemeClr>
                </a:solidFill>
              </a:rPr>
              <a:t>Distintas dificultades</a:t>
            </a:r>
          </a:p>
          <a:p>
            <a:pPr lvl="0"/>
            <a:r>
              <a:rPr lang="es-ES" sz="1800" dirty="0">
                <a:solidFill>
                  <a:schemeClr val="accent2">
                    <a:lumMod val="50000"/>
                  </a:schemeClr>
                </a:solidFill>
              </a:rPr>
              <a:t>Manera de retomar la partida por donde se dejó</a:t>
            </a:r>
          </a:p>
          <a:p>
            <a:pPr lvl="0"/>
            <a:r>
              <a:rPr lang="es-ES" sz="1800" dirty="0">
                <a:solidFill>
                  <a:schemeClr val="accent2">
                    <a:lumMod val="50000"/>
                  </a:schemeClr>
                </a:solidFill>
              </a:rPr>
              <a:t>Recompensas</a:t>
            </a:r>
          </a:p>
          <a:p>
            <a:pPr lvl="0"/>
            <a:r>
              <a:rPr lang="es-ES" sz="1800" dirty="0" err="1">
                <a:solidFill>
                  <a:schemeClr val="accent2">
                    <a:lumMod val="50000"/>
                  </a:schemeClr>
                </a:solidFill>
              </a:rPr>
              <a:t>Feedback</a:t>
            </a:r>
            <a:endParaRPr lang="es-ES" sz="1800" dirty="0">
              <a:solidFill>
                <a:schemeClr val="accent2">
                  <a:lumMod val="50000"/>
                </a:schemeClr>
              </a:solidFill>
            </a:endParaRPr>
          </a:p>
          <a:p>
            <a:pPr lvl="0"/>
            <a:r>
              <a:rPr lang="es-ES" sz="1800" dirty="0">
                <a:solidFill>
                  <a:schemeClr val="accent2">
                    <a:lumMod val="50000"/>
                  </a:schemeClr>
                </a:solidFill>
              </a:rPr>
              <a:t>Plataforma</a:t>
            </a:r>
          </a:p>
        </p:txBody>
      </p:sp>
      <p:pic>
        <p:nvPicPr>
          <p:cNvPr id="4" name="Imagen 3">
            <a:extLst>
              <a:ext uri="{FF2B5EF4-FFF2-40B4-BE49-F238E27FC236}">
                <a16:creationId xmlns:a16="http://schemas.microsoft.com/office/drawing/2014/main" id="{60BAF071-9E84-A586-5DF5-6DE6F482D76F}"/>
              </a:ext>
            </a:extLst>
          </p:cNvPr>
          <p:cNvPicPr>
            <a:picLocks noChangeAspect="1"/>
          </p:cNvPicPr>
          <p:nvPr/>
        </p:nvPicPr>
        <p:blipFill>
          <a:blip r:embed="rId3"/>
          <a:srcRect r="51546"/>
          <a:stretch>
            <a:fillRect/>
          </a:stretch>
        </p:blipFill>
        <p:spPr>
          <a:xfrm>
            <a:off x="8328164" y="572684"/>
            <a:ext cx="3161472" cy="6524672"/>
          </a:xfrm>
          <a:prstGeom prst="rect">
            <a:avLst/>
          </a:prstGeom>
          <a:ln>
            <a:noFill/>
          </a:ln>
          <a:effectLst>
            <a:outerShdw blurRad="292100" dist="139700" dir="2700000" algn="tl" rotWithShape="0">
              <a:srgbClr val="333333">
                <a:alpha val="65000"/>
              </a:srgbClr>
            </a:outerShdw>
          </a:effectLst>
        </p:spPr>
      </p:pic>
      <p:pic>
        <p:nvPicPr>
          <p:cNvPr id="6" name="Imagen 5">
            <a:extLst>
              <a:ext uri="{FF2B5EF4-FFF2-40B4-BE49-F238E27FC236}">
                <a16:creationId xmlns:a16="http://schemas.microsoft.com/office/drawing/2014/main" id="{86CAB3C4-1A73-6F03-2FFC-83C473F864E9}"/>
              </a:ext>
            </a:extLst>
          </p:cNvPr>
          <p:cNvPicPr>
            <a:picLocks noChangeAspect="1"/>
          </p:cNvPicPr>
          <p:nvPr/>
        </p:nvPicPr>
        <p:blipFill>
          <a:blip r:embed="rId4"/>
          <a:srcRect l="50000" t="50000" r="3901" b="5410"/>
          <a:stretch>
            <a:fillRect/>
          </a:stretch>
        </p:blipFill>
        <p:spPr>
          <a:xfrm>
            <a:off x="5978769" y="3951721"/>
            <a:ext cx="2621061" cy="2535261"/>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42129174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F8FFD29D-9757-5568-EE75-C77D585CDAD4}"/>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08DC11F7-C670-5CA0-29E4-D7AFEC54F9E6}"/>
              </a:ext>
            </a:extLst>
          </p:cNvPr>
          <p:cNvSpPr>
            <a:spLocks noGrp="1"/>
          </p:cNvSpPr>
          <p:nvPr>
            <p:ph type="title"/>
          </p:nvPr>
        </p:nvSpPr>
        <p:spPr/>
        <p:txBody>
          <a:bodyPr rtlCol="0"/>
          <a:lstStyle/>
          <a:p>
            <a:pPr rtl="0"/>
            <a:r>
              <a:rPr lang="es-ES" dirty="0"/>
              <a:t>Diseño del juego</a:t>
            </a:r>
          </a:p>
        </p:txBody>
      </p:sp>
      <p:sp>
        <p:nvSpPr>
          <p:cNvPr id="15" name="Marcador de número de diapositiva 14">
            <a:extLst>
              <a:ext uri="{FF2B5EF4-FFF2-40B4-BE49-F238E27FC236}">
                <a16:creationId xmlns:a16="http://schemas.microsoft.com/office/drawing/2014/main" id="{53F1D460-FBEC-92A7-CB5E-A85CF8304C7F}"/>
              </a:ext>
            </a:extLst>
          </p:cNvPr>
          <p:cNvSpPr>
            <a:spLocks noGrp="1"/>
          </p:cNvSpPr>
          <p:nvPr>
            <p:ph type="sldNum" sz="quarter" idx="4"/>
          </p:nvPr>
        </p:nvSpPr>
        <p:spPr/>
        <p:txBody>
          <a:bodyPr rtlCol="0"/>
          <a:lstStyle/>
          <a:p>
            <a:pPr rtl="0"/>
            <a:fld id="{294A09A9-5501-47C1-A89A-A340965A2BE2}" type="slidenum">
              <a:rPr lang="es-ES" smtClean="0"/>
              <a:pPr rtl="0"/>
              <a:t>10</a:t>
            </a:fld>
            <a:endParaRPr lang="es-ES"/>
          </a:p>
        </p:txBody>
      </p:sp>
      <p:sp>
        <p:nvSpPr>
          <p:cNvPr id="16" name="Marcador de contenido 2">
            <a:extLst>
              <a:ext uri="{FF2B5EF4-FFF2-40B4-BE49-F238E27FC236}">
                <a16:creationId xmlns:a16="http://schemas.microsoft.com/office/drawing/2014/main" id="{478E7AE5-7F31-A068-34CC-30890935459B}"/>
              </a:ext>
            </a:extLst>
          </p:cNvPr>
          <p:cNvSpPr>
            <a:spLocks noGrp="1"/>
          </p:cNvSpPr>
          <p:nvPr>
            <p:ph sz="quarter" idx="11"/>
          </p:nvPr>
        </p:nvSpPr>
        <p:spPr>
          <a:xfrm>
            <a:off x="1447411" y="1945490"/>
            <a:ext cx="5046154" cy="4724054"/>
          </a:xfrm>
        </p:spPr>
        <p:txBody>
          <a:bodyPr>
            <a:normAutofit/>
          </a:bodyPr>
          <a:lstStyle/>
          <a:p>
            <a:pPr marL="0" indent="0">
              <a:buNone/>
            </a:pPr>
            <a:r>
              <a:rPr lang="es-ES" sz="1800" dirty="0">
                <a:solidFill>
                  <a:schemeClr val="accent2">
                    <a:lumMod val="50000"/>
                  </a:schemeClr>
                </a:solidFill>
              </a:rPr>
              <a:t>5 pantallas:</a:t>
            </a:r>
          </a:p>
          <a:p>
            <a:r>
              <a:rPr lang="es-ES" sz="1800" dirty="0">
                <a:solidFill>
                  <a:schemeClr val="accent2">
                    <a:lumMod val="50000"/>
                  </a:schemeClr>
                </a:solidFill>
              </a:rPr>
              <a:t>Menú de niveles</a:t>
            </a:r>
          </a:p>
          <a:p>
            <a:r>
              <a:rPr lang="es-ES" sz="1800" dirty="0">
                <a:solidFill>
                  <a:schemeClr val="accent2">
                    <a:lumMod val="50000"/>
                  </a:schemeClr>
                </a:solidFill>
              </a:rPr>
              <a:t>Pantalla de ajustes para terapeutas</a:t>
            </a:r>
          </a:p>
          <a:p>
            <a:r>
              <a:rPr lang="es-ES" sz="1800" dirty="0">
                <a:solidFill>
                  <a:schemeClr val="accent2">
                    <a:lumMod val="50000"/>
                  </a:schemeClr>
                </a:solidFill>
              </a:rPr>
              <a:t>Pantalla de planificación</a:t>
            </a:r>
          </a:p>
          <a:p>
            <a:r>
              <a:rPr lang="es-ES" sz="1800" dirty="0">
                <a:solidFill>
                  <a:schemeClr val="accent2">
                    <a:lumMod val="50000"/>
                  </a:schemeClr>
                </a:solidFill>
              </a:rPr>
              <a:t>Pantalla de ejecución</a:t>
            </a:r>
          </a:p>
          <a:p>
            <a:r>
              <a:rPr lang="es-ES" sz="1800" dirty="0">
                <a:solidFill>
                  <a:schemeClr val="accent2">
                    <a:lumMod val="50000"/>
                  </a:schemeClr>
                </a:solidFill>
              </a:rPr>
              <a:t>Pantalla de resultados</a:t>
            </a:r>
          </a:p>
        </p:txBody>
      </p:sp>
      <p:pic>
        <p:nvPicPr>
          <p:cNvPr id="4" name="Imagen 3">
            <a:extLst>
              <a:ext uri="{FF2B5EF4-FFF2-40B4-BE49-F238E27FC236}">
                <a16:creationId xmlns:a16="http://schemas.microsoft.com/office/drawing/2014/main" id="{34D95DBE-2A76-E969-CA68-5F4253513FDA}"/>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836219" y="1591960"/>
            <a:ext cx="4305935" cy="4168140"/>
          </a:xfrm>
          <a:prstGeom prst="rect">
            <a:avLst/>
          </a:prstGeom>
          <a:noFill/>
          <a:ln>
            <a:noFill/>
          </a:ln>
        </p:spPr>
      </p:pic>
    </p:spTree>
    <p:extLst>
      <p:ext uri="{BB962C8B-B14F-4D97-AF65-F5344CB8AC3E}">
        <p14:creationId xmlns:p14="http://schemas.microsoft.com/office/powerpoint/2010/main" val="291430161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4035D9F4-52B5-C7E5-72D8-9016BDAEB05F}"/>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5E4E4419-027B-A076-C4C9-9D2F832A0A90}"/>
              </a:ext>
            </a:extLst>
          </p:cNvPr>
          <p:cNvSpPr>
            <a:spLocks noGrp="1"/>
          </p:cNvSpPr>
          <p:nvPr>
            <p:ph type="title"/>
          </p:nvPr>
        </p:nvSpPr>
        <p:spPr/>
        <p:txBody>
          <a:bodyPr rtlCol="0"/>
          <a:lstStyle/>
          <a:p>
            <a:pPr rtl="0"/>
            <a:r>
              <a:rPr lang="es-ES" dirty="0"/>
              <a:t>1.Menú de niveles</a:t>
            </a:r>
          </a:p>
        </p:txBody>
      </p:sp>
      <p:sp>
        <p:nvSpPr>
          <p:cNvPr id="15" name="Marcador de número de diapositiva 14">
            <a:extLst>
              <a:ext uri="{FF2B5EF4-FFF2-40B4-BE49-F238E27FC236}">
                <a16:creationId xmlns:a16="http://schemas.microsoft.com/office/drawing/2014/main" id="{CC5B79C3-BED5-BDC0-B375-1144001A6A3B}"/>
              </a:ext>
            </a:extLst>
          </p:cNvPr>
          <p:cNvSpPr>
            <a:spLocks noGrp="1"/>
          </p:cNvSpPr>
          <p:nvPr>
            <p:ph type="sldNum" sz="quarter" idx="4"/>
          </p:nvPr>
        </p:nvSpPr>
        <p:spPr/>
        <p:txBody>
          <a:bodyPr rtlCol="0"/>
          <a:lstStyle/>
          <a:p>
            <a:pPr rtl="0"/>
            <a:fld id="{294A09A9-5501-47C1-A89A-A340965A2BE2}" type="slidenum">
              <a:rPr lang="es-ES" smtClean="0"/>
              <a:pPr rtl="0"/>
              <a:t>11</a:t>
            </a:fld>
            <a:endParaRPr lang="es-ES"/>
          </a:p>
        </p:txBody>
      </p:sp>
      <p:pic>
        <p:nvPicPr>
          <p:cNvPr id="6" name="Marcador de contenido 5">
            <a:extLst>
              <a:ext uri="{FF2B5EF4-FFF2-40B4-BE49-F238E27FC236}">
                <a16:creationId xmlns:a16="http://schemas.microsoft.com/office/drawing/2014/main" id="{5E68B2D6-91BA-A6AF-3B4B-E666E2555147}"/>
              </a:ext>
            </a:extLst>
          </p:cNvPr>
          <p:cNvPicPr>
            <a:picLocks noGrp="1" noChangeAspect="1"/>
          </p:cNvPicPr>
          <p:nvPr>
            <p:ph sz="quarter" idx="11"/>
          </p:nvPr>
        </p:nvPicPr>
        <p:blipFill>
          <a:blip r:embed="rId3"/>
          <a:stretch>
            <a:fillRect/>
          </a:stretch>
        </p:blipFill>
        <p:spPr>
          <a:xfrm>
            <a:off x="582366" y="1991359"/>
            <a:ext cx="6577524" cy="3699857"/>
          </a:xfrm>
          <a:prstGeom prst="rect">
            <a:avLst/>
          </a:prstGeom>
        </p:spPr>
      </p:pic>
      <p:sp>
        <p:nvSpPr>
          <p:cNvPr id="4" name="Marcador de contenido 2">
            <a:extLst>
              <a:ext uri="{FF2B5EF4-FFF2-40B4-BE49-F238E27FC236}">
                <a16:creationId xmlns:a16="http://schemas.microsoft.com/office/drawing/2014/main" id="{2229D291-518B-1D5A-DE09-FB3F38D49781}"/>
              </a:ext>
            </a:extLst>
          </p:cNvPr>
          <p:cNvSpPr txBox="1">
            <a:spLocks/>
          </p:cNvSpPr>
          <p:nvPr/>
        </p:nvSpPr>
        <p:spPr>
          <a:xfrm>
            <a:off x="7587321" y="2597277"/>
            <a:ext cx="4234762" cy="2116964"/>
          </a:xfrm>
          <a:prstGeom prst="rect">
            <a:avLst/>
          </a:prstGeom>
        </p:spPr>
        <p:txBody>
          <a:bodyPr vert="horz" lIns="91440" tIns="45720" rIns="91440" bIns="45720" rtlCol="0">
            <a:normAutofit/>
          </a:bodyPr>
          <a:lstStyle>
            <a:lvl1pPr marL="228600" indent="-228600" algn="l" defTabSz="914400" rtl="0" eaLnBrk="1" latinLnBrk="0" hangingPunct="1">
              <a:lnSpc>
                <a:spcPct val="15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s-ES" sz="1600" dirty="0">
                <a:solidFill>
                  <a:schemeClr val="accent2">
                    <a:lumMod val="50000"/>
                  </a:schemeClr>
                </a:solidFill>
              </a:rPr>
              <a:t>Tutorial</a:t>
            </a:r>
          </a:p>
          <a:p>
            <a:r>
              <a:rPr lang="es-ES" sz="1600" dirty="0">
                <a:solidFill>
                  <a:schemeClr val="accent2">
                    <a:lumMod val="50000"/>
                  </a:schemeClr>
                </a:solidFill>
              </a:rPr>
              <a:t>Niveles</a:t>
            </a:r>
          </a:p>
          <a:p>
            <a:r>
              <a:rPr lang="es-ES" sz="1600" dirty="0">
                <a:solidFill>
                  <a:schemeClr val="accent2">
                    <a:lumMod val="50000"/>
                  </a:schemeClr>
                </a:solidFill>
              </a:rPr>
              <a:t>Acceso a configuración</a:t>
            </a:r>
          </a:p>
          <a:p>
            <a:r>
              <a:rPr lang="es-ES" sz="1600" dirty="0">
                <a:solidFill>
                  <a:schemeClr val="accent2">
                    <a:lumMod val="50000"/>
                  </a:schemeClr>
                </a:solidFill>
              </a:rPr>
              <a:t>Pegatinas</a:t>
            </a:r>
          </a:p>
        </p:txBody>
      </p:sp>
    </p:spTree>
    <p:extLst>
      <p:ext uri="{BB962C8B-B14F-4D97-AF65-F5344CB8AC3E}">
        <p14:creationId xmlns:p14="http://schemas.microsoft.com/office/powerpoint/2010/main" val="70374814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B477ABFA-018F-C243-A444-FF54CE033AD1}"/>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7FE4E708-ADF9-9683-FC6C-22A38BDB1420}"/>
              </a:ext>
            </a:extLst>
          </p:cNvPr>
          <p:cNvSpPr>
            <a:spLocks noGrp="1"/>
          </p:cNvSpPr>
          <p:nvPr>
            <p:ph type="title"/>
          </p:nvPr>
        </p:nvSpPr>
        <p:spPr/>
        <p:txBody>
          <a:bodyPr rtlCol="0"/>
          <a:lstStyle/>
          <a:p>
            <a:pPr rtl="0"/>
            <a:r>
              <a:rPr lang="es-ES" dirty="0"/>
              <a:t>2.Pantalla de configuración</a:t>
            </a:r>
          </a:p>
        </p:txBody>
      </p:sp>
      <p:sp>
        <p:nvSpPr>
          <p:cNvPr id="15" name="Marcador de número de diapositiva 14">
            <a:extLst>
              <a:ext uri="{FF2B5EF4-FFF2-40B4-BE49-F238E27FC236}">
                <a16:creationId xmlns:a16="http://schemas.microsoft.com/office/drawing/2014/main" id="{A906E88F-9D28-18BA-42AB-9A7678082EBD}"/>
              </a:ext>
            </a:extLst>
          </p:cNvPr>
          <p:cNvSpPr>
            <a:spLocks noGrp="1"/>
          </p:cNvSpPr>
          <p:nvPr>
            <p:ph type="sldNum" sz="quarter" idx="4"/>
          </p:nvPr>
        </p:nvSpPr>
        <p:spPr/>
        <p:txBody>
          <a:bodyPr rtlCol="0"/>
          <a:lstStyle/>
          <a:p>
            <a:pPr rtl="0"/>
            <a:fld id="{294A09A9-5501-47C1-A89A-A340965A2BE2}" type="slidenum">
              <a:rPr lang="es-ES" smtClean="0"/>
              <a:pPr rtl="0"/>
              <a:t>12</a:t>
            </a:fld>
            <a:endParaRPr lang="es-ES"/>
          </a:p>
        </p:txBody>
      </p:sp>
      <p:pic>
        <p:nvPicPr>
          <p:cNvPr id="5" name="Imagen 4">
            <a:extLst>
              <a:ext uri="{FF2B5EF4-FFF2-40B4-BE49-F238E27FC236}">
                <a16:creationId xmlns:a16="http://schemas.microsoft.com/office/drawing/2014/main" id="{F95F5051-8E36-9C7D-65CD-F79DD95709A0}"/>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150806" y="1477963"/>
            <a:ext cx="3495231" cy="1967285"/>
          </a:xfrm>
          <a:prstGeom prst="rect">
            <a:avLst/>
          </a:prstGeom>
          <a:noFill/>
          <a:ln>
            <a:noFill/>
          </a:ln>
        </p:spPr>
      </p:pic>
      <p:pic>
        <p:nvPicPr>
          <p:cNvPr id="7" name="Marcador de contenido 6">
            <a:extLst>
              <a:ext uri="{FF2B5EF4-FFF2-40B4-BE49-F238E27FC236}">
                <a16:creationId xmlns:a16="http://schemas.microsoft.com/office/drawing/2014/main" id="{9240F658-8AD7-E434-C65F-1A2EFF5F52C7}"/>
              </a:ext>
            </a:extLst>
          </p:cNvPr>
          <p:cNvPicPr>
            <a:picLocks noGrp="1" noChangeAspect="1"/>
          </p:cNvPicPr>
          <p:nvPr>
            <p:ph sz="quarter" idx="11"/>
          </p:nvPr>
        </p:nvPicPr>
        <p:blipFill>
          <a:blip r:embed="rId4">
            <a:extLst>
              <a:ext uri="{28A0092B-C50C-407E-A947-70E740481C1C}">
                <a14:useLocalDpi xmlns:a14="http://schemas.microsoft.com/office/drawing/2010/main" val="0"/>
              </a:ext>
            </a:extLst>
          </a:blip>
          <a:srcRect/>
          <a:stretch>
            <a:fillRect/>
          </a:stretch>
        </p:blipFill>
        <p:spPr bwMode="auto">
          <a:xfrm>
            <a:off x="5818056" y="1477964"/>
            <a:ext cx="3497394" cy="1967284"/>
          </a:xfrm>
          <a:prstGeom prst="rect">
            <a:avLst/>
          </a:prstGeom>
          <a:noFill/>
          <a:ln>
            <a:noFill/>
          </a:ln>
        </p:spPr>
      </p:pic>
      <p:pic>
        <p:nvPicPr>
          <p:cNvPr id="8" name="Imagen 7">
            <a:extLst>
              <a:ext uri="{FF2B5EF4-FFF2-40B4-BE49-F238E27FC236}">
                <a16:creationId xmlns:a16="http://schemas.microsoft.com/office/drawing/2014/main" id="{8CC3F193-E823-0B72-7F54-3F68CA3D3F8F}"/>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2315955" y="3672563"/>
            <a:ext cx="3164931" cy="1781464"/>
          </a:xfrm>
          <a:prstGeom prst="rect">
            <a:avLst/>
          </a:prstGeom>
          <a:noFill/>
          <a:ln>
            <a:noFill/>
          </a:ln>
        </p:spPr>
      </p:pic>
      <p:pic>
        <p:nvPicPr>
          <p:cNvPr id="9" name="Imagen 8">
            <a:extLst>
              <a:ext uri="{FF2B5EF4-FFF2-40B4-BE49-F238E27FC236}">
                <a16:creationId xmlns:a16="http://schemas.microsoft.com/office/drawing/2014/main" id="{FE99E209-D3A2-40C9-1246-52F87FEBB7EC}"/>
              </a:ext>
            </a:extLst>
          </p:cNvPr>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5984130" y="3666677"/>
            <a:ext cx="3165246" cy="1781465"/>
          </a:xfrm>
          <a:prstGeom prst="rect">
            <a:avLst/>
          </a:prstGeom>
          <a:noFill/>
          <a:ln>
            <a:noFill/>
          </a:ln>
        </p:spPr>
      </p:pic>
      <p:sp>
        <p:nvSpPr>
          <p:cNvPr id="4" name="Marcador de contenido 2">
            <a:extLst>
              <a:ext uri="{FF2B5EF4-FFF2-40B4-BE49-F238E27FC236}">
                <a16:creationId xmlns:a16="http://schemas.microsoft.com/office/drawing/2014/main" id="{E2BE5F5C-0654-66BC-C983-62637AB7D6E2}"/>
              </a:ext>
            </a:extLst>
          </p:cNvPr>
          <p:cNvSpPr txBox="1">
            <a:spLocks/>
          </p:cNvSpPr>
          <p:nvPr/>
        </p:nvSpPr>
        <p:spPr>
          <a:xfrm>
            <a:off x="1768330" y="5758848"/>
            <a:ext cx="8918720" cy="1456267"/>
          </a:xfrm>
          <a:prstGeom prst="rect">
            <a:avLst/>
          </a:prstGeom>
        </p:spPr>
        <p:txBody>
          <a:bodyPr vert="horz" lIns="91440" tIns="45720" rIns="91440" bIns="45720" rtlCol="0">
            <a:normAutofit/>
          </a:bodyPr>
          <a:lstStyle>
            <a:lvl1pPr marL="228600" indent="-228600" algn="l" defTabSz="914400" rtl="0" eaLnBrk="1" latinLnBrk="0" hangingPunct="1">
              <a:lnSpc>
                <a:spcPct val="15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s-ES" sz="1800" dirty="0">
                <a:solidFill>
                  <a:schemeClr val="accent2">
                    <a:lumMod val="50000"/>
                  </a:schemeClr>
                </a:solidFill>
              </a:rPr>
              <a:t>Permite ajustar  cada parámetro relacionado con la dificultad del juego</a:t>
            </a:r>
          </a:p>
        </p:txBody>
      </p:sp>
    </p:spTree>
    <p:extLst>
      <p:ext uri="{BB962C8B-B14F-4D97-AF65-F5344CB8AC3E}">
        <p14:creationId xmlns:p14="http://schemas.microsoft.com/office/powerpoint/2010/main" val="13694592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497849C9-60B8-7859-3D1C-7D0A4EA9B4B9}"/>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FB9E4035-AEAD-5F17-69DC-43E0CAF661D4}"/>
              </a:ext>
            </a:extLst>
          </p:cNvPr>
          <p:cNvSpPr>
            <a:spLocks noGrp="1"/>
          </p:cNvSpPr>
          <p:nvPr>
            <p:ph type="title"/>
          </p:nvPr>
        </p:nvSpPr>
        <p:spPr/>
        <p:txBody>
          <a:bodyPr rtlCol="0"/>
          <a:lstStyle/>
          <a:p>
            <a:pPr rtl="0"/>
            <a:r>
              <a:rPr lang="es-ES" dirty="0"/>
              <a:t>3.Pantalla de planificación</a:t>
            </a:r>
          </a:p>
        </p:txBody>
      </p:sp>
      <p:sp>
        <p:nvSpPr>
          <p:cNvPr id="15" name="Marcador de número de diapositiva 14">
            <a:extLst>
              <a:ext uri="{FF2B5EF4-FFF2-40B4-BE49-F238E27FC236}">
                <a16:creationId xmlns:a16="http://schemas.microsoft.com/office/drawing/2014/main" id="{7D53164E-11F6-5376-8091-79AEB7FD8A0F}"/>
              </a:ext>
            </a:extLst>
          </p:cNvPr>
          <p:cNvSpPr>
            <a:spLocks noGrp="1"/>
          </p:cNvSpPr>
          <p:nvPr>
            <p:ph type="sldNum" sz="quarter" idx="4"/>
          </p:nvPr>
        </p:nvSpPr>
        <p:spPr/>
        <p:txBody>
          <a:bodyPr rtlCol="0"/>
          <a:lstStyle/>
          <a:p>
            <a:pPr rtl="0"/>
            <a:fld id="{294A09A9-5501-47C1-A89A-A340965A2BE2}" type="slidenum">
              <a:rPr lang="es-ES" smtClean="0"/>
              <a:pPr rtl="0"/>
              <a:t>13</a:t>
            </a:fld>
            <a:endParaRPr lang="es-ES"/>
          </a:p>
        </p:txBody>
      </p:sp>
      <p:pic>
        <p:nvPicPr>
          <p:cNvPr id="7" name="Marcador de contenido 6">
            <a:extLst>
              <a:ext uri="{FF2B5EF4-FFF2-40B4-BE49-F238E27FC236}">
                <a16:creationId xmlns:a16="http://schemas.microsoft.com/office/drawing/2014/main" id="{B57D7CB5-F6E2-1F51-69BB-69741F84FE2A}"/>
              </a:ext>
            </a:extLst>
          </p:cNvPr>
          <p:cNvPicPr>
            <a:picLocks noGrp="1" noChangeAspect="1"/>
          </p:cNvPicPr>
          <p:nvPr>
            <p:ph sz="quarter" idx="11"/>
          </p:nvPr>
        </p:nvPicPr>
        <p:blipFill>
          <a:blip r:embed="rId3"/>
          <a:stretch>
            <a:fillRect/>
          </a:stretch>
        </p:blipFill>
        <p:spPr>
          <a:xfrm>
            <a:off x="6323421" y="3573524"/>
            <a:ext cx="4922548" cy="2768933"/>
          </a:xfrm>
          <a:prstGeom prst="rect">
            <a:avLst/>
          </a:prstGeom>
        </p:spPr>
      </p:pic>
      <p:sp>
        <p:nvSpPr>
          <p:cNvPr id="3" name="Marcador de contenido 2">
            <a:extLst>
              <a:ext uri="{FF2B5EF4-FFF2-40B4-BE49-F238E27FC236}">
                <a16:creationId xmlns:a16="http://schemas.microsoft.com/office/drawing/2014/main" id="{FDBE58FF-E5DD-06A1-8DC7-9322BF076E1F}"/>
              </a:ext>
            </a:extLst>
          </p:cNvPr>
          <p:cNvSpPr txBox="1">
            <a:spLocks/>
          </p:cNvSpPr>
          <p:nvPr/>
        </p:nvSpPr>
        <p:spPr>
          <a:xfrm>
            <a:off x="1463715" y="1772867"/>
            <a:ext cx="4234762" cy="4714115"/>
          </a:xfrm>
          <a:prstGeom prst="rect">
            <a:avLst/>
          </a:prstGeom>
        </p:spPr>
        <p:txBody>
          <a:bodyPr vert="horz" lIns="91440" tIns="45720" rIns="91440" bIns="45720" rtlCol="0">
            <a:normAutofit/>
          </a:bodyPr>
          <a:lstStyle>
            <a:lvl1pPr marL="228600" indent="-228600" algn="l" defTabSz="914400" rtl="0" eaLnBrk="1" latinLnBrk="0" hangingPunct="1">
              <a:lnSpc>
                <a:spcPct val="15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s-ES" sz="1600" dirty="0">
                <a:solidFill>
                  <a:schemeClr val="accent2">
                    <a:lumMod val="50000"/>
                  </a:schemeClr>
                </a:solidFill>
              </a:rPr>
              <a:t>Reglas</a:t>
            </a:r>
          </a:p>
          <a:p>
            <a:r>
              <a:rPr lang="es-ES" sz="1600" dirty="0" err="1">
                <a:solidFill>
                  <a:schemeClr val="accent2">
                    <a:lumMod val="50000"/>
                  </a:schemeClr>
                </a:solidFill>
              </a:rPr>
              <a:t>Feedback</a:t>
            </a:r>
            <a:r>
              <a:rPr lang="es-ES" sz="1600" dirty="0">
                <a:solidFill>
                  <a:schemeClr val="accent2">
                    <a:lumMod val="50000"/>
                  </a:schemeClr>
                </a:solidFill>
              </a:rPr>
              <a:t> de incumplimiento de reglas</a:t>
            </a:r>
          </a:p>
          <a:p>
            <a:r>
              <a:rPr lang="es-ES" sz="1600" dirty="0">
                <a:solidFill>
                  <a:schemeClr val="accent2">
                    <a:lumMod val="50000"/>
                  </a:schemeClr>
                </a:solidFill>
              </a:rPr>
              <a:t>Selección de tareas</a:t>
            </a:r>
          </a:p>
          <a:p>
            <a:r>
              <a:rPr lang="es-ES" sz="1600" dirty="0">
                <a:solidFill>
                  <a:schemeClr val="accent2">
                    <a:lumMod val="50000"/>
                  </a:schemeClr>
                </a:solidFill>
              </a:rPr>
              <a:t>Mapa</a:t>
            </a:r>
          </a:p>
          <a:p>
            <a:endParaRPr lang="es-ES" sz="1800" dirty="0">
              <a:solidFill>
                <a:schemeClr val="accent2">
                  <a:lumMod val="50000"/>
                </a:schemeClr>
              </a:solidFill>
            </a:endParaRPr>
          </a:p>
        </p:txBody>
      </p:sp>
      <p:pic>
        <p:nvPicPr>
          <p:cNvPr id="5" name="Imagen 4">
            <a:extLst>
              <a:ext uri="{FF2B5EF4-FFF2-40B4-BE49-F238E27FC236}">
                <a16:creationId xmlns:a16="http://schemas.microsoft.com/office/drawing/2014/main" id="{DF2CFDC3-048B-A6E8-FBDD-246BCBFE4E0F}"/>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7806072" y="1192089"/>
            <a:ext cx="3439897" cy="2236911"/>
          </a:xfrm>
          <a:prstGeom prst="rect">
            <a:avLst/>
          </a:prstGeom>
          <a:noFill/>
          <a:ln>
            <a:noFill/>
          </a:ln>
        </p:spPr>
      </p:pic>
      <p:pic>
        <p:nvPicPr>
          <p:cNvPr id="8" name="Imagen 7">
            <a:extLst>
              <a:ext uri="{FF2B5EF4-FFF2-40B4-BE49-F238E27FC236}">
                <a16:creationId xmlns:a16="http://schemas.microsoft.com/office/drawing/2014/main" id="{8EF876E4-9C2E-0975-EEBB-2650AF66800F}"/>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rot="16200000">
            <a:off x="2513026" y="2952827"/>
            <a:ext cx="2136140" cy="4643120"/>
          </a:xfrm>
          <a:prstGeom prst="rect">
            <a:avLst/>
          </a:prstGeom>
          <a:noFill/>
          <a:ln>
            <a:noFill/>
          </a:ln>
        </p:spPr>
      </p:pic>
    </p:spTree>
    <p:extLst>
      <p:ext uri="{BB962C8B-B14F-4D97-AF65-F5344CB8AC3E}">
        <p14:creationId xmlns:p14="http://schemas.microsoft.com/office/powerpoint/2010/main" val="153348693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F496718D-C8A0-B0FA-FE09-BB41BF4AF586}"/>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4C70347A-DF57-7C11-A758-2D3461541061}"/>
              </a:ext>
            </a:extLst>
          </p:cNvPr>
          <p:cNvSpPr>
            <a:spLocks noGrp="1"/>
          </p:cNvSpPr>
          <p:nvPr>
            <p:ph type="title"/>
          </p:nvPr>
        </p:nvSpPr>
        <p:spPr/>
        <p:txBody>
          <a:bodyPr rtlCol="0"/>
          <a:lstStyle/>
          <a:p>
            <a:pPr rtl="0"/>
            <a:r>
              <a:rPr lang="es-ES" dirty="0"/>
              <a:t>4.Pantalla de ejecución</a:t>
            </a:r>
          </a:p>
        </p:txBody>
      </p:sp>
      <p:sp>
        <p:nvSpPr>
          <p:cNvPr id="15" name="Marcador de número de diapositiva 14">
            <a:extLst>
              <a:ext uri="{FF2B5EF4-FFF2-40B4-BE49-F238E27FC236}">
                <a16:creationId xmlns:a16="http://schemas.microsoft.com/office/drawing/2014/main" id="{AF98A6B7-8143-9CDB-3017-621DD00AE4BC}"/>
              </a:ext>
            </a:extLst>
          </p:cNvPr>
          <p:cNvSpPr>
            <a:spLocks noGrp="1"/>
          </p:cNvSpPr>
          <p:nvPr>
            <p:ph type="sldNum" sz="quarter" idx="4"/>
          </p:nvPr>
        </p:nvSpPr>
        <p:spPr/>
        <p:txBody>
          <a:bodyPr rtlCol="0"/>
          <a:lstStyle/>
          <a:p>
            <a:pPr rtl="0"/>
            <a:fld id="{294A09A9-5501-47C1-A89A-A340965A2BE2}" type="slidenum">
              <a:rPr lang="es-ES" smtClean="0"/>
              <a:pPr rtl="0"/>
              <a:t>14</a:t>
            </a:fld>
            <a:endParaRPr lang="es-ES"/>
          </a:p>
        </p:txBody>
      </p:sp>
      <p:pic>
        <p:nvPicPr>
          <p:cNvPr id="6" name="Marcador de contenido 5">
            <a:extLst>
              <a:ext uri="{FF2B5EF4-FFF2-40B4-BE49-F238E27FC236}">
                <a16:creationId xmlns:a16="http://schemas.microsoft.com/office/drawing/2014/main" id="{08525E11-EAA7-E762-75AC-EF2FBF71EF31}"/>
              </a:ext>
            </a:extLst>
          </p:cNvPr>
          <p:cNvPicPr>
            <a:picLocks noGrp="1" noChangeAspect="1"/>
          </p:cNvPicPr>
          <p:nvPr>
            <p:ph sz="quarter" idx="11"/>
          </p:nvPr>
        </p:nvPicPr>
        <p:blipFill>
          <a:blip r:embed="rId3"/>
          <a:stretch>
            <a:fillRect/>
          </a:stretch>
        </p:blipFill>
        <p:spPr>
          <a:xfrm>
            <a:off x="756955" y="1477963"/>
            <a:ext cx="5176485" cy="2911773"/>
          </a:xfrm>
          <a:prstGeom prst="rect">
            <a:avLst/>
          </a:prstGeom>
        </p:spPr>
      </p:pic>
      <p:pic>
        <p:nvPicPr>
          <p:cNvPr id="3" name="Marcador de contenido 5">
            <a:extLst>
              <a:ext uri="{FF2B5EF4-FFF2-40B4-BE49-F238E27FC236}">
                <a16:creationId xmlns:a16="http://schemas.microsoft.com/office/drawing/2014/main" id="{F4754F0D-D403-2573-88D5-51967CD23B43}"/>
              </a:ext>
            </a:extLst>
          </p:cNvPr>
          <p:cNvPicPr>
            <a:picLocks noChangeAspect="1"/>
          </p:cNvPicPr>
          <p:nvPr/>
        </p:nvPicPr>
        <p:blipFill>
          <a:blip r:embed="rId4">
            <a:extLst>
              <a:ext uri="{28A0092B-C50C-407E-A947-70E740481C1C}">
                <a14:useLocalDpi xmlns:a14="http://schemas.microsoft.com/office/drawing/2010/main" val="0"/>
              </a:ext>
            </a:extLst>
          </a:blip>
          <a:srcRect l="26270" t="11284" r="24392" b="35361"/>
          <a:stretch>
            <a:fillRect/>
          </a:stretch>
        </p:blipFill>
        <p:spPr bwMode="auto">
          <a:xfrm>
            <a:off x="1946638" y="4729302"/>
            <a:ext cx="2889521" cy="1757680"/>
          </a:xfrm>
          <a:prstGeom prst="rect">
            <a:avLst/>
          </a:prstGeom>
          <a:noFill/>
          <a:ln>
            <a:noFill/>
          </a:ln>
        </p:spPr>
      </p:pic>
      <p:sp>
        <p:nvSpPr>
          <p:cNvPr id="5" name="Marcador de contenido 2">
            <a:extLst>
              <a:ext uri="{FF2B5EF4-FFF2-40B4-BE49-F238E27FC236}">
                <a16:creationId xmlns:a16="http://schemas.microsoft.com/office/drawing/2014/main" id="{4E092D06-DD08-19FE-4FE9-AAD396CFF5D5}"/>
              </a:ext>
            </a:extLst>
          </p:cNvPr>
          <p:cNvSpPr txBox="1">
            <a:spLocks/>
          </p:cNvSpPr>
          <p:nvPr/>
        </p:nvSpPr>
        <p:spPr>
          <a:xfrm>
            <a:off x="6531616" y="1945525"/>
            <a:ext cx="4828199" cy="2667116"/>
          </a:xfrm>
          <a:prstGeom prst="rect">
            <a:avLst/>
          </a:prstGeom>
        </p:spPr>
        <p:txBody>
          <a:bodyPr vert="horz" lIns="91440" tIns="45720" rIns="91440" bIns="45720" rtlCol="0">
            <a:normAutofit/>
          </a:bodyPr>
          <a:lstStyle>
            <a:lvl1pPr marL="228600" indent="-228600" algn="l" defTabSz="914400" rtl="0" eaLnBrk="1" latinLnBrk="0" hangingPunct="1">
              <a:lnSpc>
                <a:spcPct val="15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s-ES" sz="1800" dirty="0">
                <a:solidFill>
                  <a:schemeClr val="accent2">
                    <a:lumMod val="50000"/>
                  </a:schemeClr>
                </a:solidFill>
              </a:rPr>
              <a:t>Tareas de tres tipos</a:t>
            </a:r>
          </a:p>
          <a:p>
            <a:r>
              <a:rPr lang="es-ES" sz="1800" dirty="0">
                <a:solidFill>
                  <a:schemeClr val="accent2">
                    <a:lumMod val="50000"/>
                  </a:schemeClr>
                </a:solidFill>
              </a:rPr>
              <a:t>Respuestas correctas e incorrectas</a:t>
            </a:r>
          </a:p>
          <a:p>
            <a:r>
              <a:rPr lang="es-ES" sz="1800" dirty="0">
                <a:solidFill>
                  <a:schemeClr val="accent2">
                    <a:lumMod val="50000"/>
                  </a:schemeClr>
                </a:solidFill>
              </a:rPr>
              <a:t>Animaciones</a:t>
            </a:r>
          </a:p>
        </p:txBody>
      </p:sp>
      <p:pic>
        <p:nvPicPr>
          <p:cNvPr id="8" name="Imagen 7">
            <a:extLst>
              <a:ext uri="{FF2B5EF4-FFF2-40B4-BE49-F238E27FC236}">
                <a16:creationId xmlns:a16="http://schemas.microsoft.com/office/drawing/2014/main" id="{AF9E47B1-AA81-33ED-F58F-BA844F5A734A}"/>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5327920" y="4743527"/>
            <a:ext cx="2743201" cy="1729230"/>
          </a:xfrm>
          <a:prstGeom prst="rect">
            <a:avLst/>
          </a:prstGeom>
          <a:noFill/>
          <a:ln>
            <a:noFill/>
          </a:ln>
        </p:spPr>
      </p:pic>
    </p:spTree>
    <p:extLst>
      <p:ext uri="{BB962C8B-B14F-4D97-AF65-F5344CB8AC3E}">
        <p14:creationId xmlns:p14="http://schemas.microsoft.com/office/powerpoint/2010/main" val="307418572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B235428F-6823-C3C6-827F-707CC8A4060D}"/>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E3E68168-5BDE-02CA-6A00-26A5B0B5ACA6}"/>
              </a:ext>
            </a:extLst>
          </p:cNvPr>
          <p:cNvSpPr>
            <a:spLocks noGrp="1"/>
          </p:cNvSpPr>
          <p:nvPr>
            <p:ph type="title"/>
          </p:nvPr>
        </p:nvSpPr>
        <p:spPr/>
        <p:txBody>
          <a:bodyPr rtlCol="0"/>
          <a:lstStyle/>
          <a:p>
            <a:pPr rtl="0"/>
            <a:r>
              <a:rPr lang="es-ES" dirty="0"/>
              <a:t>5.Pantalla de resultados</a:t>
            </a:r>
          </a:p>
        </p:txBody>
      </p:sp>
      <p:sp>
        <p:nvSpPr>
          <p:cNvPr id="15" name="Marcador de número de diapositiva 14">
            <a:extLst>
              <a:ext uri="{FF2B5EF4-FFF2-40B4-BE49-F238E27FC236}">
                <a16:creationId xmlns:a16="http://schemas.microsoft.com/office/drawing/2014/main" id="{6B99E823-F751-1CF6-3114-7BFA7AF86B10}"/>
              </a:ext>
            </a:extLst>
          </p:cNvPr>
          <p:cNvSpPr>
            <a:spLocks noGrp="1"/>
          </p:cNvSpPr>
          <p:nvPr>
            <p:ph type="sldNum" sz="quarter" idx="4"/>
          </p:nvPr>
        </p:nvSpPr>
        <p:spPr/>
        <p:txBody>
          <a:bodyPr rtlCol="0"/>
          <a:lstStyle/>
          <a:p>
            <a:pPr rtl="0"/>
            <a:fld id="{294A09A9-5501-47C1-A89A-A340965A2BE2}" type="slidenum">
              <a:rPr lang="es-ES" smtClean="0"/>
              <a:pPr rtl="0"/>
              <a:t>15</a:t>
            </a:fld>
            <a:endParaRPr lang="es-ES"/>
          </a:p>
        </p:txBody>
      </p:sp>
      <p:pic>
        <p:nvPicPr>
          <p:cNvPr id="7" name="Marcador de contenido 6">
            <a:extLst>
              <a:ext uri="{FF2B5EF4-FFF2-40B4-BE49-F238E27FC236}">
                <a16:creationId xmlns:a16="http://schemas.microsoft.com/office/drawing/2014/main" id="{AAC995D1-2298-85A9-FDE8-B2920A3C8A04}"/>
              </a:ext>
            </a:extLst>
          </p:cNvPr>
          <p:cNvPicPr>
            <a:picLocks noGrp="1" noChangeAspect="1"/>
          </p:cNvPicPr>
          <p:nvPr>
            <p:ph sz="quarter" idx="11"/>
          </p:nvPr>
        </p:nvPicPr>
        <p:blipFill>
          <a:blip r:embed="rId3"/>
          <a:stretch>
            <a:fillRect/>
          </a:stretch>
        </p:blipFill>
        <p:spPr>
          <a:xfrm>
            <a:off x="1122715" y="1960881"/>
            <a:ext cx="6285653" cy="3535680"/>
          </a:xfrm>
          <a:prstGeom prst="rect">
            <a:avLst/>
          </a:prstGeom>
        </p:spPr>
      </p:pic>
      <p:sp>
        <p:nvSpPr>
          <p:cNvPr id="4" name="Marcador de contenido 2">
            <a:extLst>
              <a:ext uri="{FF2B5EF4-FFF2-40B4-BE49-F238E27FC236}">
                <a16:creationId xmlns:a16="http://schemas.microsoft.com/office/drawing/2014/main" id="{848D8698-313F-FA0E-882E-53600B957B63}"/>
              </a:ext>
            </a:extLst>
          </p:cNvPr>
          <p:cNvSpPr txBox="1">
            <a:spLocks/>
          </p:cNvSpPr>
          <p:nvPr/>
        </p:nvSpPr>
        <p:spPr>
          <a:xfrm>
            <a:off x="7597481" y="2749676"/>
            <a:ext cx="4234762" cy="4714115"/>
          </a:xfrm>
          <a:prstGeom prst="rect">
            <a:avLst/>
          </a:prstGeom>
        </p:spPr>
        <p:txBody>
          <a:bodyPr vert="horz" lIns="91440" tIns="45720" rIns="91440" bIns="45720" rtlCol="0">
            <a:normAutofit/>
          </a:bodyPr>
          <a:lstStyle>
            <a:lvl1pPr marL="228600" indent="-228600" algn="l" defTabSz="914400" rtl="0" eaLnBrk="1" latinLnBrk="0" hangingPunct="1">
              <a:lnSpc>
                <a:spcPct val="15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s-ES" sz="1600" dirty="0" err="1">
                <a:solidFill>
                  <a:schemeClr val="accent2">
                    <a:lumMod val="50000"/>
                  </a:schemeClr>
                </a:solidFill>
              </a:rPr>
              <a:t>Feedback</a:t>
            </a:r>
            <a:r>
              <a:rPr lang="es-ES" sz="1600" dirty="0">
                <a:solidFill>
                  <a:schemeClr val="accent2">
                    <a:lumMod val="50000"/>
                  </a:schemeClr>
                </a:solidFill>
              </a:rPr>
              <a:t> del nivel</a:t>
            </a:r>
          </a:p>
          <a:p>
            <a:r>
              <a:rPr lang="es-ES" sz="1600" dirty="0">
                <a:solidFill>
                  <a:schemeClr val="accent2">
                    <a:lumMod val="50000"/>
                  </a:schemeClr>
                </a:solidFill>
              </a:rPr>
              <a:t>Recompensas conseguidas</a:t>
            </a:r>
          </a:p>
          <a:p>
            <a:r>
              <a:rPr lang="es-ES" sz="1600" dirty="0">
                <a:solidFill>
                  <a:schemeClr val="accent2">
                    <a:lumMod val="50000"/>
                  </a:schemeClr>
                </a:solidFill>
              </a:rPr>
              <a:t>Tareas cumplidas de las planificadas</a:t>
            </a:r>
            <a:endParaRPr lang="es-ES" sz="1800" dirty="0">
              <a:solidFill>
                <a:schemeClr val="accent2">
                  <a:lumMod val="50000"/>
                </a:schemeClr>
              </a:solidFill>
            </a:endParaRPr>
          </a:p>
        </p:txBody>
      </p:sp>
    </p:spTree>
    <p:extLst>
      <p:ext uri="{BB962C8B-B14F-4D97-AF65-F5344CB8AC3E}">
        <p14:creationId xmlns:p14="http://schemas.microsoft.com/office/powerpoint/2010/main" val="275946996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43E359-6180-8329-8A03-FC2C16169C1B}"/>
            </a:ext>
          </a:extLst>
        </p:cNvPr>
        <p:cNvGrpSpPr/>
        <p:nvPr/>
      </p:nvGrpSpPr>
      <p:grpSpPr>
        <a:xfrm>
          <a:off x="0" y="0"/>
          <a:ext cx="0" cy="0"/>
          <a:chOff x="0" y="0"/>
          <a:chExt cx="0" cy="0"/>
        </a:xfrm>
      </p:grpSpPr>
      <p:sp>
        <p:nvSpPr>
          <p:cNvPr id="9" name="Marcador de texto 8">
            <a:extLst>
              <a:ext uri="{FF2B5EF4-FFF2-40B4-BE49-F238E27FC236}">
                <a16:creationId xmlns:a16="http://schemas.microsoft.com/office/drawing/2014/main" id="{D9CAE74D-8D44-EA3E-BBFD-07CAF13126BA}"/>
              </a:ext>
            </a:extLst>
          </p:cNvPr>
          <p:cNvSpPr>
            <a:spLocks noGrp="1"/>
          </p:cNvSpPr>
          <p:nvPr>
            <p:ph type="body" sz="quarter" idx="13"/>
          </p:nvPr>
        </p:nvSpPr>
        <p:spPr/>
        <p:txBody>
          <a:bodyPr rtlCol="0"/>
          <a:lstStyle/>
          <a:p>
            <a:pPr rtl="0"/>
            <a:r>
              <a:rPr lang="es-ES" dirty="0"/>
              <a:t>06</a:t>
            </a:r>
          </a:p>
        </p:txBody>
      </p:sp>
      <p:sp>
        <p:nvSpPr>
          <p:cNvPr id="3" name="Título 2">
            <a:extLst>
              <a:ext uri="{FF2B5EF4-FFF2-40B4-BE49-F238E27FC236}">
                <a16:creationId xmlns:a16="http://schemas.microsoft.com/office/drawing/2014/main" id="{772DB12C-CC62-1EF9-C1B6-4DF79948A1F3}"/>
              </a:ext>
            </a:extLst>
          </p:cNvPr>
          <p:cNvSpPr>
            <a:spLocks noGrp="1"/>
          </p:cNvSpPr>
          <p:nvPr>
            <p:ph type="title"/>
          </p:nvPr>
        </p:nvSpPr>
        <p:spPr/>
        <p:txBody>
          <a:bodyPr rtlCol="0">
            <a:normAutofit fontScale="90000"/>
          </a:bodyPr>
          <a:lstStyle/>
          <a:p>
            <a:pPr rtl="0"/>
            <a:r>
              <a:rPr lang="es-ES" dirty="0"/>
              <a:t>Desarrollo</a:t>
            </a:r>
          </a:p>
        </p:txBody>
      </p:sp>
    </p:spTree>
    <p:extLst>
      <p:ext uri="{BB962C8B-B14F-4D97-AF65-F5344CB8AC3E}">
        <p14:creationId xmlns:p14="http://schemas.microsoft.com/office/powerpoint/2010/main" val="80838783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671C9EEA-52DC-4DE8-4146-67D2EE543BDE}"/>
            </a:ext>
          </a:extLst>
        </p:cNvPr>
        <p:cNvGrpSpPr/>
        <p:nvPr/>
      </p:nvGrpSpPr>
      <p:grpSpPr>
        <a:xfrm>
          <a:off x="0" y="0"/>
          <a:ext cx="0" cy="0"/>
          <a:chOff x="0" y="0"/>
          <a:chExt cx="0" cy="0"/>
        </a:xfrm>
      </p:grpSpPr>
      <p:sp>
        <p:nvSpPr>
          <p:cNvPr id="4" name="Título 3">
            <a:extLst>
              <a:ext uri="{FF2B5EF4-FFF2-40B4-BE49-F238E27FC236}">
                <a16:creationId xmlns:a16="http://schemas.microsoft.com/office/drawing/2014/main" id="{917B522D-C514-4FA8-DEF2-9F0E463945B4}"/>
              </a:ext>
            </a:extLst>
          </p:cNvPr>
          <p:cNvSpPr>
            <a:spLocks noGrp="1"/>
          </p:cNvSpPr>
          <p:nvPr>
            <p:ph type="title"/>
          </p:nvPr>
        </p:nvSpPr>
        <p:spPr/>
        <p:txBody>
          <a:bodyPr rtlCol="0"/>
          <a:lstStyle/>
          <a:p>
            <a:pPr rtl="0"/>
            <a:r>
              <a:rPr lang="es-ES" dirty="0"/>
              <a:t>Desarrollo del juego</a:t>
            </a:r>
          </a:p>
        </p:txBody>
      </p:sp>
      <p:sp>
        <p:nvSpPr>
          <p:cNvPr id="9" name="Marcador de número de diapositiva 8">
            <a:extLst>
              <a:ext uri="{FF2B5EF4-FFF2-40B4-BE49-F238E27FC236}">
                <a16:creationId xmlns:a16="http://schemas.microsoft.com/office/drawing/2014/main" id="{AAC89FA3-F61E-580E-EAED-678A2049A9CA}"/>
              </a:ext>
            </a:extLst>
          </p:cNvPr>
          <p:cNvSpPr>
            <a:spLocks noGrp="1"/>
          </p:cNvSpPr>
          <p:nvPr>
            <p:ph type="sldNum" sz="quarter" idx="4"/>
          </p:nvPr>
        </p:nvSpPr>
        <p:spPr/>
        <p:txBody>
          <a:bodyPr rtlCol="0"/>
          <a:lstStyle/>
          <a:p>
            <a:pPr rtl="0"/>
            <a:fld id="{294A09A9-5501-47C1-A89A-A340965A2BE2}" type="slidenum">
              <a:rPr lang="es-ES" smtClean="0"/>
              <a:pPr rtl="0"/>
              <a:t>17</a:t>
            </a:fld>
            <a:endParaRPr lang="es-ES" dirty="0"/>
          </a:p>
        </p:txBody>
      </p:sp>
      <p:sp>
        <p:nvSpPr>
          <p:cNvPr id="3" name="Marcador de contenido 2">
            <a:extLst>
              <a:ext uri="{FF2B5EF4-FFF2-40B4-BE49-F238E27FC236}">
                <a16:creationId xmlns:a16="http://schemas.microsoft.com/office/drawing/2014/main" id="{B6B58CCF-5EAA-9B7C-2B19-9C603695183E}"/>
              </a:ext>
            </a:extLst>
          </p:cNvPr>
          <p:cNvSpPr>
            <a:spLocks noGrp="1"/>
          </p:cNvSpPr>
          <p:nvPr>
            <p:ph sz="quarter" idx="11"/>
          </p:nvPr>
        </p:nvSpPr>
        <p:spPr>
          <a:xfrm>
            <a:off x="854075" y="1625600"/>
            <a:ext cx="6361733" cy="4860925"/>
          </a:xfrm>
        </p:spPr>
        <p:txBody>
          <a:bodyPr/>
          <a:lstStyle/>
          <a:p>
            <a:r>
              <a:rPr lang="es-ES" sz="2000" dirty="0"/>
              <a:t>Unity</a:t>
            </a:r>
          </a:p>
          <a:p>
            <a:r>
              <a:rPr lang="es-ES" sz="2000" dirty="0"/>
              <a:t>Reuniones semanales</a:t>
            </a:r>
          </a:p>
          <a:p>
            <a:r>
              <a:rPr lang="es-ES" sz="2000" dirty="0"/>
              <a:t>Búsqueda de recursos</a:t>
            </a:r>
          </a:p>
          <a:p>
            <a:r>
              <a:rPr lang="es-ES" sz="2000" dirty="0"/>
              <a:t>Desarrollo de escenas y conexión inicial</a:t>
            </a:r>
          </a:p>
          <a:p>
            <a:r>
              <a:rPr lang="es-ES" sz="2000" dirty="0" err="1"/>
              <a:t>Blocking</a:t>
            </a:r>
            <a:r>
              <a:rPr lang="es-ES" sz="2000" dirty="0"/>
              <a:t> de escenas</a:t>
            </a:r>
          </a:p>
          <a:p>
            <a:r>
              <a:rPr lang="es-ES" sz="2000" dirty="0"/>
              <a:t>Elementos </a:t>
            </a:r>
            <a:r>
              <a:rPr lang="es-ES" sz="2000" dirty="0" err="1"/>
              <a:t>interactuables</a:t>
            </a:r>
            <a:endParaRPr lang="es-ES" sz="2000" dirty="0"/>
          </a:p>
          <a:p>
            <a:endParaRPr lang="es-ES" dirty="0"/>
          </a:p>
        </p:txBody>
      </p:sp>
      <p:pic>
        <p:nvPicPr>
          <p:cNvPr id="5" name="Imagen 4">
            <a:extLst>
              <a:ext uri="{FF2B5EF4-FFF2-40B4-BE49-F238E27FC236}">
                <a16:creationId xmlns:a16="http://schemas.microsoft.com/office/drawing/2014/main" id="{524A1B0B-B951-347F-32CD-B88D661DF9C4}"/>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7077710" y="1477963"/>
            <a:ext cx="3787140" cy="2101850"/>
          </a:xfrm>
          <a:prstGeom prst="rect">
            <a:avLst/>
          </a:prstGeom>
          <a:noFill/>
          <a:ln>
            <a:noFill/>
          </a:ln>
        </p:spPr>
      </p:pic>
      <p:pic>
        <p:nvPicPr>
          <p:cNvPr id="6" name="Imagen 5">
            <a:extLst>
              <a:ext uri="{FF2B5EF4-FFF2-40B4-BE49-F238E27FC236}">
                <a16:creationId xmlns:a16="http://schemas.microsoft.com/office/drawing/2014/main" id="{991A3497-9D6B-ED73-2339-4FF546220441}"/>
              </a:ext>
            </a:extLst>
          </p:cNvPr>
          <p:cNvPicPr>
            <a:picLocks noChangeAspect="1"/>
          </p:cNvPicPr>
          <p:nvPr/>
        </p:nvPicPr>
        <p:blipFill>
          <a:blip r:embed="rId4"/>
          <a:stretch>
            <a:fillRect/>
          </a:stretch>
        </p:blipFill>
        <p:spPr>
          <a:xfrm>
            <a:off x="6697026" y="3926090"/>
            <a:ext cx="4167824" cy="2214157"/>
          </a:xfrm>
          <a:prstGeom prst="rect">
            <a:avLst/>
          </a:prstGeom>
        </p:spPr>
      </p:pic>
    </p:spTree>
    <p:extLst>
      <p:ext uri="{BB962C8B-B14F-4D97-AF65-F5344CB8AC3E}">
        <p14:creationId xmlns:p14="http://schemas.microsoft.com/office/powerpoint/2010/main" val="417091280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B63A28E8-DFF4-5C70-17CB-8BC7FDAA59BC}"/>
            </a:ext>
          </a:extLst>
        </p:cNvPr>
        <p:cNvGrpSpPr/>
        <p:nvPr/>
      </p:nvGrpSpPr>
      <p:grpSpPr>
        <a:xfrm>
          <a:off x="0" y="0"/>
          <a:ext cx="0" cy="0"/>
          <a:chOff x="0" y="0"/>
          <a:chExt cx="0" cy="0"/>
        </a:xfrm>
      </p:grpSpPr>
      <p:sp>
        <p:nvSpPr>
          <p:cNvPr id="4" name="Título 3">
            <a:extLst>
              <a:ext uri="{FF2B5EF4-FFF2-40B4-BE49-F238E27FC236}">
                <a16:creationId xmlns:a16="http://schemas.microsoft.com/office/drawing/2014/main" id="{F15A789E-1E60-60C9-D988-FA9C2DF7194F}"/>
              </a:ext>
            </a:extLst>
          </p:cNvPr>
          <p:cNvSpPr>
            <a:spLocks noGrp="1"/>
          </p:cNvSpPr>
          <p:nvPr>
            <p:ph type="title"/>
          </p:nvPr>
        </p:nvSpPr>
        <p:spPr/>
        <p:txBody>
          <a:bodyPr rtlCol="0"/>
          <a:lstStyle/>
          <a:p>
            <a:pPr rtl="0"/>
            <a:r>
              <a:rPr lang="es-ES" dirty="0"/>
              <a:t>Extracción de datos</a:t>
            </a:r>
          </a:p>
        </p:txBody>
      </p:sp>
      <p:sp>
        <p:nvSpPr>
          <p:cNvPr id="9" name="Marcador de número de diapositiva 8">
            <a:extLst>
              <a:ext uri="{FF2B5EF4-FFF2-40B4-BE49-F238E27FC236}">
                <a16:creationId xmlns:a16="http://schemas.microsoft.com/office/drawing/2014/main" id="{7AF313B6-8A04-E654-6672-9F00AE5B7943}"/>
              </a:ext>
            </a:extLst>
          </p:cNvPr>
          <p:cNvSpPr>
            <a:spLocks noGrp="1"/>
          </p:cNvSpPr>
          <p:nvPr>
            <p:ph type="sldNum" sz="quarter" idx="4"/>
          </p:nvPr>
        </p:nvSpPr>
        <p:spPr/>
        <p:txBody>
          <a:bodyPr rtlCol="0"/>
          <a:lstStyle/>
          <a:p>
            <a:pPr rtl="0"/>
            <a:fld id="{294A09A9-5501-47C1-A89A-A340965A2BE2}" type="slidenum">
              <a:rPr lang="es-ES" smtClean="0"/>
              <a:pPr rtl="0"/>
              <a:t>18</a:t>
            </a:fld>
            <a:endParaRPr lang="es-ES" dirty="0"/>
          </a:p>
        </p:txBody>
      </p:sp>
      <p:sp>
        <p:nvSpPr>
          <p:cNvPr id="3" name="Marcador de contenido 2">
            <a:extLst>
              <a:ext uri="{FF2B5EF4-FFF2-40B4-BE49-F238E27FC236}">
                <a16:creationId xmlns:a16="http://schemas.microsoft.com/office/drawing/2014/main" id="{50C4301D-6B3D-1E2F-DBCF-18FD2C6635F2}"/>
              </a:ext>
            </a:extLst>
          </p:cNvPr>
          <p:cNvSpPr>
            <a:spLocks noGrp="1"/>
          </p:cNvSpPr>
          <p:nvPr>
            <p:ph sz="quarter" idx="11"/>
          </p:nvPr>
        </p:nvSpPr>
        <p:spPr>
          <a:xfrm>
            <a:off x="854075" y="1625600"/>
            <a:ext cx="6054725" cy="4860925"/>
          </a:xfrm>
        </p:spPr>
        <p:txBody>
          <a:bodyPr/>
          <a:lstStyle/>
          <a:p>
            <a:r>
              <a:rPr lang="es-ES" dirty="0"/>
              <a:t>Eventos de juego</a:t>
            </a:r>
          </a:p>
          <a:p>
            <a:r>
              <a:rPr lang="es-ES" dirty="0"/>
              <a:t>Se ha desarrollado un módulo de exportación de datos a </a:t>
            </a:r>
            <a:r>
              <a:rPr lang="es-ES" dirty="0" err="1"/>
              <a:t>Json</a:t>
            </a:r>
            <a:endParaRPr lang="es-ES" dirty="0"/>
          </a:p>
        </p:txBody>
      </p:sp>
      <p:pic>
        <p:nvPicPr>
          <p:cNvPr id="7" name="Imagen 6">
            <a:extLst>
              <a:ext uri="{FF2B5EF4-FFF2-40B4-BE49-F238E27FC236}">
                <a16:creationId xmlns:a16="http://schemas.microsoft.com/office/drawing/2014/main" id="{097AA042-449C-2A36-921E-7802D8B2E113}"/>
              </a:ext>
            </a:extLst>
          </p:cNvPr>
          <p:cNvPicPr>
            <a:picLocks noChangeAspect="1"/>
          </p:cNvPicPr>
          <p:nvPr/>
        </p:nvPicPr>
        <p:blipFill>
          <a:blip r:embed="rId3"/>
          <a:stretch>
            <a:fillRect/>
          </a:stretch>
        </p:blipFill>
        <p:spPr>
          <a:xfrm>
            <a:off x="2227861" y="4487149"/>
            <a:ext cx="7087589" cy="1114581"/>
          </a:xfrm>
          <a:prstGeom prst="rect">
            <a:avLst/>
          </a:prstGeom>
        </p:spPr>
      </p:pic>
    </p:spTree>
    <p:extLst>
      <p:ext uri="{BB962C8B-B14F-4D97-AF65-F5344CB8AC3E}">
        <p14:creationId xmlns:p14="http://schemas.microsoft.com/office/powerpoint/2010/main" val="181226070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a:extLst>
            <a:ext uri="{FF2B5EF4-FFF2-40B4-BE49-F238E27FC236}">
              <a16:creationId xmlns:a16="http://schemas.microsoft.com/office/drawing/2014/main" id="{312EDF86-F6C9-AF20-9AEB-F91B174F9C60}"/>
            </a:ext>
          </a:extLst>
        </p:cNvPr>
        <p:cNvGrpSpPr/>
        <p:nvPr/>
      </p:nvGrpSpPr>
      <p:grpSpPr>
        <a:xfrm>
          <a:off x="0" y="0"/>
          <a:ext cx="0" cy="0"/>
          <a:chOff x="0" y="0"/>
          <a:chExt cx="0" cy="0"/>
        </a:xfrm>
      </p:grpSpPr>
      <p:sp>
        <p:nvSpPr>
          <p:cNvPr id="25" name="Marcador de texto 24">
            <a:extLst>
              <a:ext uri="{FF2B5EF4-FFF2-40B4-BE49-F238E27FC236}">
                <a16:creationId xmlns:a16="http://schemas.microsoft.com/office/drawing/2014/main" id="{472FCB35-AABE-B5DA-D74E-F786DB280C83}"/>
              </a:ext>
            </a:extLst>
          </p:cNvPr>
          <p:cNvSpPr>
            <a:spLocks noGrp="1"/>
          </p:cNvSpPr>
          <p:nvPr>
            <p:ph type="body" sz="quarter" idx="15"/>
          </p:nvPr>
        </p:nvSpPr>
        <p:spPr>
          <a:xfrm>
            <a:off x="777959" y="517972"/>
            <a:ext cx="2956560" cy="1333500"/>
          </a:xfrm>
        </p:spPr>
        <p:txBody>
          <a:bodyPr rtlCol="0"/>
          <a:lstStyle/>
          <a:p>
            <a:pPr rtl="0"/>
            <a:r>
              <a:rPr lang="es-ES" dirty="0"/>
              <a:t>07</a:t>
            </a:r>
          </a:p>
        </p:txBody>
      </p:sp>
      <p:sp>
        <p:nvSpPr>
          <p:cNvPr id="18" name="Título 17">
            <a:extLst>
              <a:ext uri="{FF2B5EF4-FFF2-40B4-BE49-F238E27FC236}">
                <a16:creationId xmlns:a16="http://schemas.microsoft.com/office/drawing/2014/main" id="{965CC01C-9312-D68F-23DD-DE87221662CC}"/>
              </a:ext>
            </a:extLst>
          </p:cNvPr>
          <p:cNvSpPr>
            <a:spLocks noGrp="1"/>
          </p:cNvSpPr>
          <p:nvPr>
            <p:ph type="title"/>
          </p:nvPr>
        </p:nvSpPr>
        <p:spPr>
          <a:xfrm>
            <a:off x="1044742" y="457200"/>
            <a:ext cx="3935647" cy="1340615"/>
          </a:xfrm>
        </p:spPr>
        <p:txBody>
          <a:bodyPr rtlCol="0"/>
          <a:lstStyle/>
          <a:p>
            <a:pPr rtl="0"/>
            <a:r>
              <a:rPr lang="es-ES" dirty="0"/>
              <a:t>Datos</a:t>
            </a:r>
          </a:p>
        </p:txBody>
      </p:sp>
      <p:sp>
        <p:nvSpPr>
          <p:cNvPr id="3" name="Marcador de contenido 2">
            <a:extLst>
              <a:ext uri="{FF2B5EF4-FFF2-40B4-BE49-F238E27FC236}">
                <a16:creationId xmlns:a16="http://schemas.microsoft.com/office/drawing/2014/main" id="{93BCE90D-C0EE-6113-F534-860315C2B304}"/>
              </a:ext>
            </a:extLst>
          </p:cNvPr>
          <p:cNvSpPr>
            <a:spLocks noGrp="1"/>
          </p:cNvSpPr>
          <p:nvPr>
            <p:ph type="body" sz="quarter" idx="13"/>
          </p:nvPr>
        </p:nvSpPr>
        <p:spPr>
          <a:xfrm>
            <a:off x="1056089" y="1867879"/>
            <a:ext cx="3924300" cy="4391025"/>
          </a:xfrm>
        </p:spPr>
        <p:txBody>
          <a:bodyPr rtlCol="0">
            <a:normAutofit/>
          </a:bodyPr>
          <a:lstStyle/>
          <a:p>
            <a:pPr marL="285750" indent="-285750" rtl="0">
              <a:buFont typeface="Arial" panose="020B0604020202020204" pitchFamily="34" charset="0"/>
              <a:buChar char="•"/>
            </a:pPr>
            <a:r>
              <a:rPr lang="es-ES" sz="2400" dirty="0"/>
              <a:t>Intento</a:t>
            </a:r>
          </a:p>
          <a:p>
            <a:pPr marL="285750" indent="-285750" rtl="0">
              <a:buFont typeface="Arial" panose="020B0604020202020204" pitchFamily="34" charset="0"/>
              <a:buChar char="•"/>
            </a:pPr>
            <a:r>
              <a:rPr lang="es-ES" sz="2400" dirty="0"/>
              <a:t>Nivel</a:t>
            </a:r>
          </a:p>
          <a:p>
            <a:pPr marL="285750" indent="-285750" rtl="0">
              <a:buFont typeface="Arial" panose="020B0604020202020204" pitchFamily="34" charset="0"/>
              <a:buChar char="•"/>
            </a:pPr>
            <a:r>
              <a:rPr lang="es-ES" sz="2400" dirty="0"/>
              <a:t>Sesión</a:t>
            </a:r>
          </a:p>
          <a:p>
            <a:pPr marL="285750" indent="-285750" rtl="0">
              <a:buFont typeface="Arial" panose="020B0604020202020204" pitchFamily="34" charset="0"/>
              <a:buChar char="•"/>
            </a:pPr>
            <a:r>
              <a:rPr lang="es-ES" sz="2400" dirty="0"/>
              <a:t>Tiempos de reacción</a:t>
            </a:r>
          </a:p>
        </p:txBody>
      </p:sp>
      <p:sp>
        <p:nvSpPr>
          <p:cNvPr id="35" name="Marcador de número de diapositiva 34">
            <a:extLst>
              <a:ext uri="{FF2B5EF4-FFF2-40B4-BE49-F238E27FC236}">
                <a16:creationId xmlns:a16="http://schemas.microsoft.com/office/drawing/2014/main" id="{C14DD420-0E4E-8BF8-5529-54E36F42D68B}"/>
              </a:ext>
            </a:extLst>
          </p:cNvPr>
          <p:cNvSpPr>
            <a:spLocks noGrp="1"/>
          </p:cNvSpPr>
          <p:nvPr>
            <p:ph type="sldNum" sz="quarter" idx="4"/>
          </p:nvPr>
        </p:nvSpPr>
        <p:spPr/>
        <p:txBody>
          <a:bodyPr rtlCol="0"/>
          <a:lstStyle/>
          <a:p>
            <a:pPr rtl="0"/>
            <a:fld id="{294A09A9-5501-47C1-A89A-A340965A2BE2}" type="slidenum">
              <a:rPr lang="es-ES" smtClean="0"/>
              <a:pPr rtl="0"/>
              <a:t>19</a:t>
            </a:fld>
            <a:endParaRPr lang="es-ES"/>
          </a:p>
        </p:txBody>
      </p:sp>
      <p:sp>
        <p:nvSpPr>
          <p:cNvPr id="11" name="Marcador de contenido 2">
            <a:extLst>
              <a:ext uri="{FF2B5EF4-FFF2-40B4-BE49-F238E27FC236}">
                <a16:creationId xmlns:a16="http://schemas.microsoft.com/office/drawing/2014/main" id="{482AC736-B45F-9DF5-DDEA-3280D1D040C4}"/>
              </a:ext>
            </a:extLst>
          </p:cNvPr>
          <p:cNvSpPr txBox="1">
            <a:spLocks/>
          </p:cNvSpPr>
          <p:nvPr/>
        </p:nvSpPr>
        <p:spPr>
          <a:xfrm>
            <a:off x="503640" y="5171350"/>
            <a:ext cx="10916200" cy="2458900"/>
          </a:xfrm>
          <a:prstGeom prst="rect">
            <a:avLst/>
          </a:prstGeom>
        </p:spPr>
        <p:txBody>
          <a:bodyPr vert="horz" lIns="91440" tIns="45720" rIns="91440" bIns="45720" rtlCol="0">
            <a:normAutofit/>
          </a:bodyPr>
          <a:lstStyle>
            <a:lvl1pPr marL="0" indent="0" algn="l" defTabSz="914400" rtl="0" eaLnBrk="1" latinLnBrk="0" hangingPunct="1">
              <a:lnSpc>
                <a:spcPct val="150000"/>
              </a:lnSpc>
              <a:spcBef>
                <a:spcPts val="1000"/>
              </a:spcBef>
              <a:buFont typeface="Arial" panose="020B0604020202020204" pitchFamily="34" charset="0"/>
              <a:buNone/>
              <a:defRPr sz="1600" kern="1200">
                <a:solidFill>
                  <a:schemeClr val="accent2">
                    <a:lumMod val="50000"/>
                  </a:schemeClr>
                </a:solidFill>
                <a:latin typeface="+mn-lt"/>
                <a:ea typeface="+mn-ea"/>
                <a:cs typeface="+mn-cs"/>
              </a:defRPr>
            </a:lvl1pPr>
            <a:lvl2pPr marL="457200" indent="0" algn="l" defTabSz="914400" rtl="0" eaLnBrk="1" latinLnBrk="0" hangingPunct="1">
              <a:lnSpc>
                <a:spcPct val="150000"/>
              </a:lnSpc>
              <a:spcBef>
                <a:spcPts val="500"/>
              </a:spcBef>
              <a:buFont typeface="Arial" panose="020B0604020202020204" pitchFamily="34" charset="0"/>
              <a:buNone/>
              <a:defRPr sz="2000" kern="1200">
                <a:solidFill>
                  <a:schemeClr val="tx2">
                    <a:lumMod val="50000"/>
                  </a:schemeClr>
                </a:solidFill>
                <a:latin typeface="+mn-lt"/>
                <a:ea typeface="+mn-ea"/>
                <a:cs typeface="+mn-cs"/>
              </a:defRPr>
            </a:lvl2pPr>
            <a:lvl3pPr marL="914400" indent="0" algn="l" defTabSz="914400" rtl="0" eaLnBrk="1" latinLnBrk="0" hangingPunct="1">
              <a:lnSpc>
                <a:spcPct val="150000"/>
              </a:lnSpc>
              <a:spcBef>
                <a:spcPts val="500"/>
              </a:spcBef>
              <a:buFont typeface="Arial" panose="020B0604020202020204" pitchFamily="34" charset="0"/>
              <a:buNone/>
              <a:defRPr sz="1800" kern="1200">
                <a:solidFill>
                  <a:schemeClr val="tx2">
                    <a:lumMod val="50000"/>
                  </a:schemeClr>
                </a:solidFill>
                <a:latin typeface="+mn-lt"/>
                <a:ea typeface="+mn-ea"/>
                <a:cs typeface="+mn-cs"/>
              </a:defRPr>
            </a:lvl3pPr>
            <a:lvl4pPr marL="1371600" indent="0" algn="l" defTabSz="914400" rtl="0" eaLnBrk="1" latinLnBrk="0" hangingPunct="1">
              <a:lnSpc>
                <a:spcPct val="150000"/>
              </a:lnSpc>
              <a:spcBef>
                <a:spcPts val="500"/>
              </a:spcBef>
              <a:buFont typeface="Arial" panose="020B0604020202020204" pitchFamily="34" charset="0"/>
              <a:buNone/>
              <a:defRPr sz="1600" kern="1200">
                <a:solidFill>
                  <a:schemeClr val="tx2">
                    <a:lumMod val="50000"/>
                  </a:schemeClr>
                </a:solidFill>
                <a:latin typeface="+mn-lt"/>
                <a:ea typeface="+mn-ea"/>
                <a:cs typeface="+mn-cs"/>
              </a:defRPr>
            </a:lvl4pPr>
            <a:lvl5pPr marL="1828800" indent="0" algn="l" defTabSz="914400" rtl="0" eaLnBrk="1" latinLnBrk="0" hangingPunct="1">
              <a:lnSpc>
                <a:spcPct val="150000"/>
              </a:lnSpc>
              <a:spcBef>
                <a:spcPts val="500"/>
              </a:spcBef>
              <a:buFont typeface="Arial" panose="020B0604020202020204" pitchFamily="34" charset="0"/>
              <a:buNone/>
              <a:defRPr sz="1600" kern="1200">
                <a:solidFill>
                  <a:schemeClr val="tx2">
                    <a:lumMod val="5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s-ES" sz="2400" dirty="0"/>
              <a:t>· Tareas planificadas y ejecutadas	· Correctos y errores	· Tiempos</a:t>
            </a:r>
          </a:p>
        </p:txBody>
      </p:sp>
      <p:pic>
        <p:nvPicPr>
          <p:cNvPr id="14" name="Imagen 13">
            <a:extLst>
              <a:ext uri="{FF2B5EF4-FFF2-40B4-BE49-F238E27FC236}">
                <a16:creationId xmlns:a16="http://schemas.microsoft.com/office/drawing/2014/main" id="{D118C46F-1015-919D-E388-56FE7B9D31E0}"/>
              </a:ext>
            </a:extLst>
          </p:cNvPr>
          <p:cNvPicPr>
            <a:picLocks noChangeAspect="1"/>
          </p:cNvPicPr>
          <p:nvPr/>
        </p:nvPicPr>
        <p:blipFill>
          <a:blip r:embed="rId3"/>
          <a:srcRect l="565" t="4492" b="990"/>
          <a:stretch>
            <a:fillRect/>
          </a:stretch>
        </p:blipFill>
        <p:spPr>
          <a:xfrm>
            <a:off x="4632960" y="0"/>
            <a:ext cx="7559040" cy="1503680"/>
          </a:xfrm>
          <a:prstGeom prst="rect">
            <a:avLst/>
          </a:prstGeom>
        </p:spPr>
      </p:pic>
    </p:spTree>
    <p:extLst>
      <p:ext uri="{BB962C8B-B14F-4D97-AF65-F5344CB8AC3E}">
        <p14:creationId xmlns:p14="http://schemas.microsoft.com/office/powerpoint/2010/main" val="310961289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D0B6389-2374-4677-B8BB-59410CCC32FD}"/>
              </a:ext>
            </a:extLst>
          </p:cNvPr>
          <p:cNvSpPr>
            <a:spLocks noGrp="1"/>
          </p:cNvSpPr>
          <p:nvPr>
            <p:ph type="title"/>
          </p:nvPr>
        </p:nvSpPr>
        <p:spPr>
          <a:xfrm>
            <a:off x="838200" y="136556"/>
            <a:ext cx="10515600" cy="1325563"/>
          </a:xfrm>
        </p:spPr>
        <p:txBody>
          <a:bodyPr rtlCol="0"/>
          <a:lstStyle/>
          <a:p>
            <a:pPr algn="ctr" rtl="0"/>
            <a:r>
              <a:rPr lang="es-ES" dirty="0">
                <a:latin typeface="Biome Light" panose="020B0303030204020804" pitchFamily="34" charset="0"/>
                <a:cs typeface="Biome Light" panose="020B0303030204020804" pitchFamily="34" charset="0"/>
              </a:rPr>
              <a:t>Pruebas</a:t>
            </a:r>
            <a:endParaRPr lang="es-ES" dirty="0">
              <a:solidFill>
                <a:schemeClr val="accent2">
                  <a:lumMod val="50000"/>
                </a:schemeClr>
              </a:solidFill>
              <a:latin typeface="Biome Light" panose="020B0303030204020804" pitchFamily="34" charset="0"/>
              <a:cs typeface="Biome Light" panose="020B0303030204020804" pitchFamily="34" charset="0"/>
            </a:endParaRPr>
          </a:p>
        </p:txBody>
      </p:sp>
      <p:sp>
        <p:nvSpPr>
          <p:cNvPr id="142" name="Marcador de número de diapositiva 141">
            <a:extLst>
              <a:ext uri="{FF2B5EF4-FFF2-40B4-BE49-F238E27FC236}">
                <a16:creationId xmlns:a16="http://schemas.microsoft.com/office/drawing/2014/main" id="{9FD033B5-99FB-4B26-BF74-3DA89EEE7C67}"/>
              </a:ext>
            </a:extLst>
          </p:cNvPr>
          <p:cNvSpPr>
            <a:spLocks noGrp="1"/>
          </p:cNvSpPr>
          <p:nvPr>
            <p:ph type="sldNum" sz="quarter" idx="4"/>
          </p:nvPr>
        </p:nvSpPr>
        <p:spPr/>
        <p:txBody>
          <a:bodyPr rtlCol="0"/>
          <a:lstStyle/>
          <a:p>
            <a:pPr rtl="0"/>
            <a:fld id="{294A09A9-5501-47C1-A89A-A340965A2BE2}" type="slidenum">
              <a:rPr lang="es-ES" smtClean="0"/>
              <a:pPr rtl="0"/>
              <a:t>20</a:t>
            </a:fld>
            <a:endParaRPr lang="es-ES" dirty="0"/>
          </a:p>
        </p:txBody>
      </p:sp>
      <p:sp>
        <p:nvSpPr>
          <p:cNvPr id="3" name="Marcador de contenido 2">
            <a:extLst>
              <a:ext uri="{FF2B5EF4-FFF2-40B4-BE49-F238E27FC236}">
                <a16:creationId xmlns:a16="http://schemas.microsoft.com/office/drawing/2014/main" id="{2B1C8280-A8DB-76CA-A4F5-54DF2BCE03E0}"/>
              </a:ext>
            </a:extLst>
          </p:cNvPr>
          <p:cNvSpPr txBox="1">
            <a:spLocks/>
          </p:cNvSpPr>
          <p:nvPr/>
        </p:nvSpPr>
        <p:spPr>
          <a:xfrm>
            <a:off x="1040130" y="2009775"/>
            <a:ext cx="4547870" cy="4391025"/>
          </a:xfrm>
          <a:prstGeom prst="rect">
            <a:avLst/>
          </a:prstGeom>
        </p:spPr>
        <p:txBody>
          <a:bodyPr rtlCol="0"/>
          <a:lstStyle>
            <a:lvl1pPr marL="228600" indent="-228600" algn="l" defTabSz="914400" rtl="0" eaLnBrk="1" latinLnBrk="0" hangingPunct="1">
              <a:lnSpc>
                <a:spcPct val="15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a:r>
              <a:rPr lang="es-ES" dirty="0"/>
              <a:t>49 usuarios con TDAH</a:t>
            </a:r>
          </a:p>
          <a:p>
            <a:pPr marL="285750" indent="-285750"/>
            <a:r>
              <a:rPr lang="es-ES" dirty="0"/>
              <a:t>8-16 años</a:t>
            </a:r>
          </a:p>
          <a:p>
            <a:pPr marL="285750" indent="-285750"/>
            <a:r>
              <a:rPr lang="es-ES" dirty="0"/>
              <a:t>Colombia</a:t>
            </a:r>
          </a:p>
        </p:txBody>
      </p:sp>
    </p:spTree>
    <p:extLst>
      <p:ext uri="{BB962C8B-B14F-4D97-AF65-F5344CB8AC3E}">
        <p14:creationId xmlns:p14="http://schemas.microsoft.com/office/powerpoint/2010/main" val="70020926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2106026D-EADC-DF90-CCB3-D2A9AC75D66F}"/>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34FB47D6-5891-43BC-FAEA-EF938CA50BBD}"/>
              </a:ext>
            </a:extLst>
          </p:cNvPr>
          <p:cNvSpPr>
            <a:spLocks noGrp="1"/>
          </p:cNvSpPr>
          <p:nvPr>
            <p:ph type="title"/>
          </p:nvPr>
        </p:nvSpPr>
        <p:spPr>
          <a:xfrm>
            <a:off x="838197" y="-8996"/>
            <a:ext cx="10515600" cy="1325563"/>
          </a:xfrm>
        </p:spPr>
        <p:txBody>
          <a:bodyPr rtlCol="0"/>
          <a:lstStyle/>
          <a:p>
            <a:pPr algn="ctr" rtl="0"/>
            <a:r>
              <a:rPr lang="es-ES" dirty="0">
                <a:latin typeface="Biome Light" panose="020B0303030204020804" pitchFamily="34" charset="0"/>
                <a:cs typeface="Biome Light" panose="020B0303030204020804" pitchFamily="34" charset="0"/>
              </a:rPr>
              <a:t>Resultados</a:t>
            </a:r>
            <a:endParaRPr lang="es-ES" dirty="0">
              <a:solidFill>
                <a:schemeClr val="accent2">
                  <a:lumMod val="50000"/>
                </a:schemeClr>
              </a:solidFill>
              <a:latin typeface="Biome Light" panose="020B0303030204020804" pitchFamily="34" charset="0"/>
              <a:cs typeface="Biome Light" panose="020B0303030204020804" pitchFamily="34" charset="0"/>
            </a:endParaRPr>
          </a:p>
        </p:txBody>
      </p:sp>
      <p:sp>
        <p:nvSpPr>
          <p:cNvPr id="142" name="Marcador de número de diapositiva 141">
            <a:extLst>
              <a:ext uri="{FF2B5EF4-FFF2-40B4-BE49-F238E27FC236}">
                <a16:creationId xmlns:a16="http://schemas.microsoft.com/office/drawing/2014/main" id="{94F950D8-4DFB-BF8C-C9F3-AE3D165D0148}"/>
              </a:ext>
            </a:extLst>
          </p:cNvPr>
          <p:cNvSpPr>
            <a:spLocks noGrp="1"/>
          </p:cNvSpPr>
          <p:nvPr>
            <p:ph type="sldNum" sz="quarter" idx="4"/>
          </p:nvPr>
        </p:nvSpPr>
        <p:spPr/>
        <p:txBody>
          <a:bodyPr rtlCol="0"/>
          <a:lstStyle/>
          <a:p>
            <a:pPr rtl="0"/>
            <a:fld id="{294A09A9-5501-47C1-A89A-A340965A2BE2}" type="slidenum">
              <a:rPr lang="es-ES" smtClean="0"/>
              <a:pPr rtl="0"/>
              <a:t>21</a:t>
            </a:fld>
            <a:endParaRPr lang="es-ES" dirty="0"/>
          </a:p>
        </p:txBody>
      </p:sp>
      <p:graphicFrame>
        <p:nvGraphicFramePr>
          <p:cNvPr id="4" name="Tabla 3">
            <a:extLst>
              <a:ext uri="{FF2B5EF4-FFF2-40B4-BE49-F238E27FC236}">
                <a16:creationId xmlns:a16="http://schemas.microsoft.com/office/drawing/2014/main" id="{1ED2971E-A64A-1670-6EB0-B6A1963F7EC0}"/>
              </a:ext>
            </a:extLst>
          </p:cNvPr>
          <p:cNvGraphicFramePr>
            <a:graphicFrameLocks noGrp="1"/>
          </p:cNvGraphicFramePr>
          <p:nvPr>
            <p:extLst>
              <p:ext uri="{D42A27DB-BD31-4B8C-83A1-F6EECF244321}">
                <p14:modId xmlns:p14="http://schemas.microsoft.com/office/powerpoint/2010/main" val="2634797417"/>
              </p:ext>
            </p:extLst>
          </p:nvPr>
        </p:nvGraphicFramePr>
        <p:xfrm>
          <a:off x="1107440" y="1209422"/>
          <a:ext cx="10246360" cy="1112520"/>
        </p:xfrm>
        <a:graphic>
          <a:graphicData uri="http://schemas.openxmlformats.org/drawingml/2006/table">
            <a:tbl>
              <a:tblPr firstRow="1" bandRow="1">
                <a:tableStyleId>{7DF18680-E054-41AD-8BC1-D1AEF772440D}</a:tableStyleId>
              </a:tblPr>
              <a:tblGrid>
                <a:gridCol w="2561590">
                  <a:extLst>
                    <a:ext uri="{9D8B030D-6E8A-4147-A177-3AD203B41FA5}">
                      <a16:colId xmlns:a16="http://schemas.microsoft.com/office/drawing/2014/main" val="468262647"/>
                    </a:ext>
                  </a:extLst>
                </a:gridCol>
                <a:gridCol w="2561590">
                  <a:extLst>
                    <a:ext uri="{9D8B030D-6E8A-4147-A177-3AD203B41FA5}">
                      <a16:colId xmlns:a16="http://schemas.microsoft.com/office/drawing/2014/main" val="1258495485"/>
                    </a:ext>
                  </a:extLst>
                </a:gridCol>
                <a:gridCol w="2561590">
                  <a:extLst>
                    <a:ext uri="{9D8B030D-6E8A-4147-A177-3AD203B41FA5}">
                      <a16:colId xmlns:a16="http://schemas.microsoft.com/office/drawing/2014/main" val="1810509642"/>
                    </a:ext>
                  </a:extLst>
                </a:gridCol>
                <a:gridCol w="2561590">
                  <a:extLst>
                    <a:ext uri="{9D8B030D-6E8A-4147-A177-3AD203B41FA5}">
                      <a16:colId xmlns:a16="http://schemas.microsoft.com/office/drawing/2014/main" val="702050607"/>
                    </a:ext>
                  </a:extLst>
                </a:gridCol>
              </a:tblGrid>
              <a:tr h="370840">
                <a:tc>
                  <a:txBody>
                    <a:bodyPr/>
                    <a:lstStyle/>
                    <a:p>
                      <a:r>
                        <a:rPr lang="es-ES" dirty="0"/>
                        <a:t>SESIONES</a:t>
                      </a:r>
                    </a:p>
                  </a:txBody>
                  <a:tcPr/>
                </a:tc>
                <a:tc>
                  <a:txBody>
                    <a:bodyPr/>
                    <a:lstStyle/>
                    <a:p>
                      <a:r>
                        <a:rPr lang="es-ES" dirty="0"/>
                        <a:t>Tareas planificadas</a:t>
                      </a:r>
                    </a:p>
                  </a:txBody>
                  <a:tcPr/>
                </a:tc>
                <a:tc>
                  <a:txBody>
                    <a:bodyPr/>
                    <a:lstStyle/>
                    <a:p>
                      <a:r>
                        <a:rPr lang="es-ES" dirty="0"/>
                        <a:t>Tareas ejecutadas</a:t>
                      </a:r>
                    </a:p>
                  </a:txBody>
                  <a:tcPr/>
                </a:tc>
                <a:tc>
                  <a:txBody>
                    <a:bodyPr/>
                    <a:lstStyle/>
                    <a:p>
                      <a:r>
                        <a:rPr lang="es-ES" dirty="0"/>
                        <a:t>% Aciertos</a:t>
                      </a:r>
                    </a:p>
                  </a:txBody>
                  <a:tcPr/>
                </a:tc>
                <a:extLst>
                  <a:ext uri="{0D108BD9-81ED-4DB2-BD59-A6C34878D82A}">
                    <a16:rowId xmlns:a16="http://schemas.microsoft.com/office/drawing/2014/main" val="1847761823"/>
                  </a:ext>
                </a:extLst>
              </a:tr>
              <a:tr h="370840">
                <a:tc>
                  <a:txBody>
                    <a:bodyPr/>
                    <a:lstStyle/>
                    <a:p>
                      <a:r>
                        <a:rPr lang="es-ES" dirty="0"/>
                        <a:t>Sesión 1</a:t>
                      </a:r>
                    </a:p>
                  </a:txBody>
                  <a:tcPr/>
                </a:tc>
                <a:tc>
                  <a:txBody>
                    <a:bodyPr/>
                    <a:lstStyle/>
                    <a:p>
                      <a:r>
                        <a:rPr lang="es-ES" dirty="0"/>
                        <a:t>17,88</a:t>
                      </a:r>
                    </a:p>
                  </a:txBody>
                  <a:tcPr/>
                </a:tc>
                <a:tc>
                  <a:txBody>
                    <a:bodyPr/>
                    <a:lstStyle/>
                    <a:p>
                      <a:r>
                        <a:rPr lang="es-ES" dirty="0"/>
                        <a:t>14,74</a:t>
                      </a:r>
                    </a:p>
                  </a:txBody>
                  <a:tcPr/>
                </a:tc>
                <a:tc>
                  <a:txBody>
                    <a:bodyPr/>
                    <a:lstStyle/>
                    <a:p>
                      <a:r>
                        <a:rPr lang="es-ES" dirty="0"/>
                        <a:t>81,50</a:t>
                      </a:r>
                    </a:p>
                  </a:txBody>
                  <a:tcPr/>
                </a:tc>
                <a:extLst>
                  <a:ext uri="{0D108BD9-81ED-4DB2-BD59-A6C34878D82A}">
                    <a16:rowId xmlns:a16="http://schemas.microsoft.com/office/drawing/2014/main" val="219166031"/>
                  </a:ext>
                </a:extLst>
              </a:tr>
              <a:tr h="370840">
                <a:tc>
                  <a:txBody>
                    <a:bodyPr/>
                    <a:lstStyle/>
                    <a:p>
                      <a:r>
                        <a:rPr lang="es-ES" dirty="0"/>
                        <a:t>Sesión 3</a:t>
                      </a:r>
                    </a:p>
                  </a:txBody>
                  <a:tcPr/>
                </a:tc>
                <a:tc>
                  <a:txBody>
                    <a:bodyPr/>
                    <a:lstStyle/>
                    <a:p>
                      <a:r>
                        <a:rPr lang="es-ES" dirty="0"/>
                        <a:t>31,78</a:t>
                      </a:r>
                    </a:p>
                  </a:txBody>
                  <a:tcPr/>
                </a:tc>
                <a:tc>
                  <a:txBody>
                    <a:bodyPr/>
                    <a:lstStyle/>
                    <a:p>
                      <a:r>
                        <a:rPr lang="es-ES" dirty="0"/>
                        <a:t>26,70</a:t>
                      </a:r>
                    </a:p>
                  </a:txBody>
                  <a:tcPr/>
                </a:tc>
                <a:tc>
                  <a:txBody>
                    <a:bodyPr/>
                    <a:lstStyle/>
                    <a:p>
                      <a:r>
                        <a:rPr lang="es-ES" dirty="0"/>
                        <a:t>84,68</a:t>
                      </a:r>
                    </a:p>
                  </a:txBody>
                  <a:tcPr/>
                </a:tc>
                <a:extLst>
                  <a:ext uri="{0D108BD9-81ED-4DB2-BD59-A6C34878D82A}">
                    <a16:rowId xmlns:a16="http://schemas.microsoft.com/office/drawing/2014/main" val="2390772996"/>
                  </a:ext>
                </a:extLst>
              </a:tr>
            </a:tbl>
          </a:graphicData>
        </a:graphic>
      </p:graphicFrame>
      <p:graphicFrame>
        <p:nvGraphicFramePr>
          <p:cNvPr id="5" name="Tabla 4">
            <a:extLst>
              <a:ext uri="{FF2B5EF4-FFF2-40B4-BE49-F238E27FC236}">
                <a16:creationId xmlns:a16="http://schemas.microsoft.com/office/drawing/2014/main" id="{91C3AD70-F1FA-ED06-ADA9-4760E48B7492}"/>
              </a:ext>
            </a:extLst>
          </p:cNvPr>
          <p:cNvGraphicFramePr>
            <a:graphicFrameLocks noGrp="1"/>
          </p:cNvGraphicFramePr>
          <p:nvPr>
            <p:extLst>
              <p:ext uri="{D42A27DB-BD31-4B8C-83A1-F6EECF244321}">
                <p14:modId xmlns:p14="http://schemas.microsoft.com/office/powerpoint/2010/main" val="766095628"/>
              </p:ext>
            </p:extLst>
          </p:nvPr>
        </p:nvGraphicFramePr>
        <p:xfrm>
          <a:off x="1555748" y="2491191"/>
          <a:ext cx="9080499" cy="1483360"/>
        </p:xfrm>
        <a:graphic>
          <a:graphicData uri="http://schemas.openxmlformats.org/drawingml/2006/table">
            <a:tbl>
              <a:tblPr firstRow="1" bandRow="1">
                <a:tableStyleId>{93296810-A885-4BE3-A3E7-6D5BEEA58F35}</a:tableStyleId>
              </a:tblPr>
              <a:tblGrid>
                <a:gridCol w="3026833">
                  <a:extLst>
                    <a:ext uri="{9D8B030D-6E8A-4147-A177-3AD203B41FA5}">
                      <a16:colId xmlns:a16="http://schemas.microsoft.com/office/drawing/2014/main" val="1605395721"/>
                    </a:ext>
                  </a:extLst>
                </a:gridCol>
                <a:gridCol w="3026833">
                  <a:extLst>
                    <a:ext uri="{9D8B030D-6E8A-4147-A177-3AD203B41FA5}">
                      <a16:colId xmlns:a16="http://schemas.microsoft.com/office/drawing/2014/main" val="4109614777"/>
                    </a:ext>
                  </a:extLst>
                </a:gridCol>
                <a:gridCol w="3026833">
                  <a:extLst>
                    <a:ext uri="{9D8B030D-6E8A-4147-A177-3AD203B41FA5}">
                      <a16:colId xmlns:a16="http://schemas.microsoft.com/office/drawing/2014/main" val="253583184"/>
                    </a:ext>
                  </a:extLst>
                </a:gridCol>
              </a:tblGrid>
              <a:tr h="370840">
                <a:tc>
                  <a:txBody>
                    <a:bodyPr/>
                    <a:lstStyle/>
                    <a:p>
                      <a:r>
                        <a:rPr lang="es-ES" dirty="0"/>
                        <a:t>NIVELES</a:t>
                      </a:r>
                    </a:p>
                  </a:txBody>
                  <a:tcPr/>
                </a:tc>
                <a:tc>
                  <a:txBody>
                    <a:bodyPr/>
                    <a:lstStyle/>
                    <a:p>
                      <a:r>
                        <a:rPr lang="es-ES" dirty="0"/>
                        <a:t>Tiempo de reacción (s)</a:t>
                      </a:r>
                    </a:p>
                  </a:txBody>
                  <a:tcPr/>
                </a:tc>
                <a:tc>
                  <a:txBody>
                    <a:bodyPr/>
                    <a:lstStyle/>
                    <a:p>
                      <a:r>
                        <a:rPr lang="es-ES" dirty="0"/>
                        <a:t>% Intentos completados</a:t>
                      </a:r>
                    </a:p>
                  </a:txBody>
                  <a:tcPr/>
                </a:tc>
                <a:extLst>
                  <a:ext uri="{0D108BD9-81ED-4DB2-BD59-A6C34878D82A}">
                    <a16:rowId xmlns:a16="http://schemas.microsoft.com/office/drawing/2014/main" val="3490217479"/>
                  </a:ext>
                </a:extLst>
              </a:tr>
              <a:tr h="370840">
                <a:tc>
                  <a:txBody>
                    <a:bodyPr/>
                    <a:lstStyle/>
                    <a:p>
                      <a:r>
                        <a:rPr lang="es-ES" dirty="0"/>
                        <a:t>Nivel 1</a:t>
                      </a:r>
                    </a:p>
                  </a:txBody>
                  <a:tcPr/>
                </a:tc>
                <a:tc>
                  <a:txBody>
                    <a:bodyPr/>
                    <a:lstStyle/>
                    <a:p>
                      <a:r>
                        <a:rPr lang="es-ES" dirty="0"/>
                        <a:t>2,89</a:t>
                      </a:r>
                    </a:p>
                  </a:txBody>
                  <a:tcPr/>
                </a:tc>
                <a:tc>
                  <a:txBody>
                    <a:bodyPr/>
                    <a:lstStyle/>
                    <a:p>
                      <a:r>
                        <a:rPr lang="es-ES" dirty="0"/>
                        <a:t>34,29</a:t>
                      </a:r>
                    </a:p>
                  </a:txBody>
                  <a:tcPr/>
                </a:tc>
                <a:extLst>
                  <a:ext uri="{0D108BD9-81ED-4DB2-BD59-A6C34878D82A}">
                    <a16:rowId xmlns:a16="http://schemas.microsoft.com/office/drawing/2014/main" val="3212814838"/>
                  </a:ext>
                </a:extLst>
              </a:tr>
              <a:tr h="370840">
                <a:tc>
                  <a:txBody>
                    <a:bodyPr/>
                    <a:lstStyle/>
                    <a:p>
                      <a:r>
                        <a:rPr lang="es-ES" dirty="0"/>
                        <a:t>Nivel 2</a:t>
                      </a:r>
                    </a:p>
                  </a:txBody>
                  <a:tcPr/>
                </a:tc>
                <a:tc>
                  <a:txBody>
                    <a:bodyPr/>
                    <a:lstStyle/>
                    <a:p>
                      <a:r>
                        <a:rPr lang="es-ES" dirty="0"/>
                        <a:t>2,36</a:t>
                      </a:r>
                    </a:p>
                  </a:txBody>
                  <a:tcPr/>
                </a:tc>
                <a:tc>
                  <a:txBody>
                    <a:bodyPr/>
                    <a:lstStyle/>
                    <a:p>
                      <a:r>
                        <a:rPr lang="es-ES" dirty="0"/>
                        <a:t>40,74</a:t>
                      </a:r>
                    </a:p>
                  </a:txBody>
                  <a:tcPr/>
                </a:tc>
                <a:extLst>
                  <a:ext uri="{0D108BD9-81ED-4DB2-BD59-A6C34878D82A}">
                    <a16:rowId xmlns:a16="http://schemas.microsoft.com/office/drawing/2014/main" val="3055741124"/>
                  </a:ext>
                </a:extLst>
              </a:tr>
              <a:tr h="370840">
                <a:tc>
                  <a:txBody>
                    <a:bodyPr/>
                    <a:lstStyle/>
                    <a:p>
                      <a:r>
                        <a:rPr lang="es-ES" dirty="0"/>
                        <a:t>Nivel 3</a:t>
                      </a:r>
                    </a:p>
                  </a:txBody>
                  <a:tcPr/>
                </a:tc>
                <a:tc>
                  <a:txBody>
                    <a:bodyPr/>
                    <a:lstStyle/>
                    <a:p>
                      <a:r>
                        <a:rPr lang="es-ES" dirty="0"/>
                        <a:t>2,32</a:t>
                      </a:r>
                    </a:p>
                  </a:txBody>
                  <a:tcPr/>
                </a:tc>
                <a:tc>
                  <a:txBody>
                    <a:bodyPr/>
                    <a:lstStyle/>
                    <a:p>
                      <a:r>
                        <a:rPr lang="es-ES" dirty="0"/>
                        <a:t>61,90</a:t>
                      </a:r>
                    </a:p>
                  </a:txBody>
                  <a:tcPr/>
                </a:tc>
                <a:extLst>
                  <a:ext uri="{0D108BD9-81ED-4DB2-BD59-A6C34878D82A}">
                    <a16:rowId xmlns:a16="http://schemas.microsoft.com/office/drawing/2014/main" val="2000054178"/>
                  </a:ext>
                </a:extLst>
              </a:tr>
            </a:tbl>
          </a:graphicData>
        </a:graphic>
      </p:graphicFrame>
      <p:graphicFrame>
        <p:nvGraphicFramePr>
          <p:cNvPr id="8" name="Tabla 7">
            <a:extLst>
              <a:ext uri="{FF2B5EF4-FFF2-40B4-BE49-F238E27FC236}">
                <a16:creationId xmlns:a16="http://schemas.microsoft.com/office/drawing/2014/main" id="{A18806CD-C2E9-ED4F-891D-92184281F82D}"/>
              </a:ext>
            </a:extLst>
          </p:cNvPr>
          <p:cNvGraphicFramePr>
            <a:graphicFrameLocks noGrp="1"/>
          </p:cNvGraphicFramePr>
          <p:nvPr>
            <p:extLst>
              <p:ext uri="{D42A27DB-BD31-4B8C-83A1-F6EECF244321}">
                <p14:modId xmlns:p14="http://schemas.microsoft.com/office/powerpoint/2010/main" val="2391642479"/>
              </p:ext>
            </p:extLst>
          </p:nvPr>
        </p:nvGraphicFramePr>
        <p:xfrm>
          <a:off x="530859" y="4156044"/>
          <a:ext cx="5565138" cy="2565400"/>
        </p:xfrm>
        <a:graphic>
          <a:graphicData uri="http://schemas.openxmlformats.org/drawingml/2006/table">
            <a:tbl>
              <a:tblPr firstRow="1" bandRow="1">
                <a:tableStyleId>{00A15C55-8517-42AA-B614-E9B94910E393}</a:tableStyleId>
              </a:tblPr>
              <a:tblGrid>
                <a:gridCol w="1855046">
                  <a:extLst>
                    <a:ext uri="{9D8B030D-6E8A-4147-A177-3AD203B41FA5}">
                      <a16:colId xmlns:a16="http://schemas.microsoft.com/office/drawing/2014/main" val="2603550068"/>
                    </a:ext>
                  </a:extLst>
                </a:gridCol>
                <a:gridCol w="1855046">
                  <a:extLst>
                    <a:ext uri="{9D8B030D-6E8A-4147-A177-3AD203B41FA5}">
                      <a16:colId xmlns:a16="http://schemas.microsoft.com/office/drawing/2014/main" val="3049659579"/>
                    </a:ext>
                  </a:extLst>
                </a:gridCol>
                <a:gridCol w="1855046">
                  <a:extLst>
                    <a:ext uri="{9D8B030D-6E8A-4147-A177-3AD203B41FA5}">
                      <a16:colId xmlns:a16="http://schemas.microsoft.com/office/drawing/2014/main" val="3836873505"/>
                    </a:ext>
                  </a:extLst>
                </a:gridCol>
              </a:tblGrid>
              <a:tr h="370840">
                <a:tc>
                  <a:txBody>
                    <a:bodyPr/>
                    <a:lstStyle/>
                    <a:p>
                      <a:r>
                        <a:rPr lang="es-ES" dirty="0"/>
                        <a:t>NIVELES</a:t>
                      </a:r>
                    </a:p>
                  </a:txBody>
                  <a:tcPr/>
                </a:tc>
                <a:tc>
                  <a:txBody>
                    <a:bodyPr/>
                    <a:lstStyle/>
                    <a:p>
                      <a:r>
                        <a:rPr lang="es-ES" dirty="0"/>
                        <a:t>INTENTOS</a:t>
                      </a:r>
                    </a:p>
                  </a:txBody>
                  <a:tcPr/>
                </a:tc>
                <a:tc>
                  <a:txBody>
                    <a:bodyPr/>
                    <a:lstStyle/>
                    <a:p>
                      <a:r>
                        <a:rPr lang="es-ES" dirty="0"/>
                        <a:t>Duración (s)</a:t>
                      </a:r>
                    </a:p>
                  </a:txBody>
                  <a:tcPr/>
                </a:tc>
                <a:extLst>
                  <a:ext uri="{0D108BD9-81ED-4DB2-BD59-A6C34878D82A}">
                    <a16:rowId xmlns:a16="http://schemas.microsoft.com/office/drawing/2014/main" val="3125680261"/>
                  </a:ext>
                </a:extLst>
              </a:tr>
              <a:tr h="185420">
                <a:tc rowSpan="2">
                  <a:txBody>
                    <a:bodyPr/>
                    <a:lstStyle/>
                    <a:p>
                      <a:r>
                        <a:rPr lang="es-ES" dirty="0"/>
                        <a:t>Nivel 1</a:t>
                      </a:r>
                    </a:p>
                  </a:txBody>
                  <a:tcPr/>
                </a:tc>
                <a:tc>
                  <a:txBody>
                    <a:bodyPr/>
                    <a:lstStyle/>
                    <a:p>
                      <a:r>
                        <a:rPr lang="es-ES" dirty="0"/>
                        <a:t>Intento 1</a:t>
                      </a:r>
                    </a:p>
                  </a:txBody>
                  <a:tcPr/>
                </a:tc>
                <a:tc>
                  <a:txBody>
                    <a:bodyPr/>
                    <a:lstStyle/>
                    <a:p>
                      <a:r>
                        <a:rPr lang="es-ES" dirty="0"/>
                        <a:t>206,90</a:t>
                      </a:r>
                    </a:p>
                  </a:txBody>
                  <a:tcPr/>
                </a:tc>
                <a:extLst>
                  <a:ext uri="{0D108BD9-81ED-4DB2-BD59-A6C34878D82A}">
                    <a16:rowId xmlns:a16="http://schemas.microsoft.com/office/drawing/2014/main" val="3704862615"/>
                  </a:ext>
                </a:extLst>
              </a:tr>
              <a:tr h="185420">
                <a:tc vMerge="1">
                  <a:txBody>
                    <a:bodyPr/>
                    <a:lstStyle/>
                    <a:p>
                      <a:endParaRPr lang="es-ES"/>
                    </a:p>
                  </a:txBody>
                  <a:tcPr/>
                </a:tc>
                <a:tc>
                  <a:txBody>
                    <a:bodyPr/>
                    <a:lstStyle/>
                    <a:p>
                      <a:r>
                        <a:rPr lang="es-ES" dirty="0"/>
                        <a:t>Últimos</a:t>
                      </a:r>
                    </a:p>
                  </a:txBody>
                  <a:tcPr/>
                </a:tc>
                <a:tc>
                  <a:txBody>
                    <a:bodyPr/>
                    <a:lstStyle/>
                    <a:p>
                      <a:r>
                        <a:rPr lang="es-ES" dirty="0"/>
                        <a:t>161,75</a:t>
                      </a:r>
                    </a:p>
                  </a:txBody>
                  <a:tcPr/>
                </a:tc>
                <a:extLst>
                  <a:ext uri="{0D108BD9-81ED-4DB2-BD59-A6C34878D82A}">
                    <a16:rowId xmlns:a16="http://schemas.microsoft.com/office/drawing/2014/main" val="2268874805"/>
                  </a:ext>
                </a:extLst>
              </a:tr>
              <a:tr h="185420">
                <a:tc rowSpan="2">
                  <a:txBody>
                    <a:bodyPr/>
                    <a:lstStyle/>
                    <a:p>
                      <a:r>
                        <a:rPr lang="es-ES" dirty="0"/>
                        <a:t>Nivel 2</a:t>
                      </a:r>
                    </a:p>
                  </a:txBody>
                  <a:tcPr/>
                </a:tc>
                <a:tc>
                  <a:txBody>
                    <a:bodyPr/>
                    <a:lstStyle/>
                    <a:p>
                      <a:r>
                        <a:rPr lang="es-ES" dirty="0"/>
                        <a:t>Intento 1</a:t>
                      </a:r>
                    </a:p>
                  </a:txBody>
                  <a:tcPr/>
                </a:tc>
                <a:tc>
                  <a:txBody>
                    <a:bodyPr/>
                    <a:lstStyle/>
                    <a:p>
                      <a:r>
                        <a:rPr lang="es-ES" dirty="0"/>
                        <a:t>256,78</a:t>
                      </a:r>
                    </a:p>
                  </a:txBody>
                  <a:tcPr/>
                </a:tc>
                <a:extLst>
                  <a:ext uri="{0D108BD9-81ED-4DB2-BD59-A6C34878D82A}">
                    <a16:rowId xmlns:a16="http://schemas.microsoft.com/office/drawing/2014/main" val="2506607790"/>
                  </a:ext>
                </a:extLst>
              </a:tr>
              <a:tr h="185420">
                <a:tc vMerge="1">
                  <a:txBody>
                    <a:bodyPr/>
                    <a:lstStyle/>
                    <a:p>
                      <a:endParaRPr lang="es-ES"/>
                    </a:p>
                  </a:txBody>
                  <a:tcPr/>
                </a:tc>
                <a:tc>
                  <a:txBody>
                    <a:bodyPr/>
                    <a:lstStyle/>
                    <a:p>
                      <a:r>
                        <a:rPr lang="es-ES" dirty="0"/>
                        <a:t>Últimos</a:t>
                      </a:r>
                    </a:p>
                  </a:txBody>
                  <a:tcPr/>
                </a:tc>
                <a:tc>
                  <a:txBody>
                    <a:bodyPr/>
                    <a:lstStyle/>
                    <a:p>
                      <a:r>
                        <a:rPr lang="es-ES" dirty="0"/>
                        <a:t>206,10</a:t>
                      </a:r>
                    </a:p>
                  </a:txBody>
                  <a:tcPr/>
                </a:tc>
                <a:extLst>
                  <a:ext uri="{0D108BD9-81ED-4DB2-BD59-A6C34878D82A}">
                    <a16:rowId xmlns:a16="http://schemas.microsoft.com/office/drawing/2014/main" val="2393774555"/>
                  </a:ext>
                </a:extLst>
              </a:tr>
              <a:tr h="185420">
                <a:tc rowSpan="2">
                  <a:txBody>
                    <a:bodyPr/>
                    <a:lstStyle/>
                    <a:p>
                      <a:r>
                        <a:rPr lang="es-ES" dirty="0"/>
                        <a:t>Nivel 3</a:t>
                      </a:r>
                    </a:p>
                  </a:txBody>
                  <a:tcPr/>
                </a:tc>
                <a:tc>
                  <a:txBody>
                    <a:bodyPr/>
                    <a:lstStyle/>
                    <a:p>
                      <a:r>
                        <a:rPr lang="es-ES" dirty="0"/>
                        <a:t>Intento 1</a:t>
                      </a:r>
                    </a:p>
                  </a:txBody>
                  <a:tcPr/>
                </a:tc>
                <a:tc>
                  <a:txBody>
                    <a:bodyPr/>
                    <a:lstStyle/>
                    <a:p>
                      <a:r>
                        <a:rPr lang="es-ES" dirty="0"/>
                        <a:t>190,16</a:t>
                      </a:r>
                    </a:p>
                  </a:txBody>
                  <a:tcPr/>
                </a:tc>
                <a:extLst>
                  <a:ext uri="{0D108BD9-81ED-4DB2-BD59-A6C34878D82A}">
                    <a16:rowId xmlns:a16="http://schemas.microsoft.com/office/drawing/2014/main" val="2401701352"/>
                  </a:ext>
                </a:extLst>
              </a:tr>
              <a:tr h="185420">
                <a:tc vMerge="1">
                  <a:txBody>
                    <a:bodyPr/>
                    <a:lstStyle/>
                    <a:p>
                      <a:endParaRPr lang="es-ES"/>
                    </a:p>
                  </a:txBody>
                  <a:tcPr/>
                </a:tc>
                <a:tc>
                  <a:txBody>
                    <a:bodyPr/>
                    <a:lstStyle/>
                    <a:p>
                      <a:r>
                        <a:rPr lang="es-ES" dirty="0"/>
                        <a:t>Últimos</a:t>
                      </a:r>
                    </a:p>
                  </a:txBody>
                  <a:tcPr/>
                </a:tc>
                <a:tc>
                  <a:txBody>
                    <a:bodyPr/>
                    <a:lstStyle/>
                    <a:p>
                      <a:r>
                        <a:rPr lang="es-ES" dirty="0"/>
                        <a:t>107,14</a:t>
                      </a:r>
                    </a:p>
                  </a:txBody>
                  <a:tcPr/>
                </a:tc>
                <a:extLst>
                  <a:ext uri="{0D108BD9-81ED-4DB2-BD59-A6C34878D82A}">
                    <a16:rowId xmlns:a16="http://schemas.microsoft.com/office/drawing/2014/main" val="581755606"/>
                  </a:ext>
                </a:extLst>
              </a:tr>
            </a:tbl>
          </a:graphicData>
        </a:graphic>
      </p:graphicFrame>
      <p:graphicFrame>
        <p:nvGraphicFramePr>
          <p:cNvPr id="10" name="Tabla 9">
            <a:extLst>
              <a:ext uri="{FF2B5EF4-FFF2-40B4-BE49-F238E27FC236}">
                <a16:creationId xmlns:a16="http://schemas.microsoft.com/office/drawing/2014/main" id="{CAAC4D55-7B17-89C2-2FCE-6580DE2C86B0}"/>
              </a:ext>
            </a:extLst>
          </p:cNvPr>
          <p:cNvGraphicFramePr>
            <a:graphicFrameLocks noGrp="1"/>
          </p:cNvGraphicFramePr>
          <p:nvPr>
            <p:extLst>
              <p:ext uri="{D42A27DB-BD31-4B8C-83A1-F6EECF244321}">
                <p14:modId xmlns:p14="http://schemas.microsoft.com/office/powerpoint/2010/main" val="681746994"/>
              </p:ext>
            </p:extLst>
          </p:nvPr>
        </p:nvGraphicFramePr>
        <p:xfrm>
          <a:off x="6230620" y="4156044"/>
          <a:ext cx="5123180" cy="1112520"/>
        </p:xfrm>
        <a:graphic>
          <a:graphicData uri="http://schemas.openxmlformats.org/drawingml/2006/table">
            <a:tbl>
              <a:tblPr firstRow="1" bandRow="1">
                <a:tableStyleId>{00A15C55-8517-42AA-B614-E9B94910E393}</a:tableStyleId>
              </a:tblPr>
              <a:tblGrid>
                <a:gridCol w="2561590">
                  <a:extLst>
                    <a:ext uri="{9D8B030D-6E8A-4147-A177-3AD203B41FA5}">
                      <a16:colId xmlns:a16="http://schemas.microsoft.com/office/drawing/2014/main" val="4282537665"/>
                    </a:ext>
                  </a:extLst>
                </a:gridCol>
                <a:gridCol w="2561590">
                  <a:extLst>
                    <a:ext uri="{9D8B030D-6E8A-4147-A177-3AD203B41FA5}">
                      <a16:colId xmlns:a16="http://schemas.microsoft.com/office/drawing/2014/main" val="3566778159"/>
                    </a:ext>
                  </a:extLst>
                </a:gridCol>
              </a:tblGrid>
              <a:tr h="370840">
                <a:tc>
                  <a:txBody>
                    <a:bodyPr/>
                    <a:lstStyle/>
                    <a:p>
                      <a:r>
                        <a:rPr lang="es-ES" dirty="0"/>
                        <a:t>% Aciertos</a:t>
                      </a:r>
                    </a:p>
                  </a:txBody>
                  <a:tcPr/>
                </a:tc>
                <a:tc>
                  <a:txBody>
                    <a:bodyPr/>
                    <a:lstStyle/>
                    <a:p>
                      <a:r>
                        <a:rPr lang="es-ES" dirty="0"/>
                        <a:t>% Reglas respetadas</a:t>
                      </a:r>
                    </a:p>
                  </a:txBody>
                  <a:tcPr/>
                </a:tc>
                <a:extLst>
                  <a:ext uri="{0D108BD9-81ED-4DB2-BD59-A6C34878D82A}">
                    <a16:rowId xmlns:a16="http://schemas.microsoft.com/office/drawing/2014/main" val="4010820930"/>
                  </a:ext>
                </a:extLst>
              </a:tr>
              <a:tr h="370840">
                <a:tc>
                  <a:txBody>
                    <a:bodyPr/>
                    <a:lstStyle/>
                    <a:p>
                      <a:r>
                        <a:rPr lang="es-ES" dirty="0"/>
                        <a:t>83,78</a:t>
                      </a:r>
                    </a:p>
                  </a:txBody>
                  <a:tcPr/>
                </a:tc>
                <a:tc>
                  <a:txBody>
                    <a:bodyPr/>
                    <a:lstStyle/>
                    <a:p>
                      <a:r>
                        <a:rPr lang="es-ES" dirty="0"/>
                        <a:t>87,20</a:t>
                      </a:r>
                    </a:p>
                  </a:txBody>
                  <a:tcPr/>
                </a:tc>
                <a:extLst>
                  <a:ext uri="{0D108BD9-81ED-4DB2-BD59-A6C34878D82A}">
                    <a16:rowId xmlns:a16="http://schemas.microsoft.com/office/drawing/2014/main" val="3414142798"/>
                  </a:ext>
                </a:extLst>
              </a:tr>
              <a:tr h="370840">
                <a:tc>
                  <a:txBody>
                    <a:bodyPr/>
                    <a:lstStyle/>
                    <a:p>
                      <a:r>
                        <a:rPr lang="es-ES" dirty="0"/>
                        <a:t>55,56</a:t>
                      </a:r>
                    </a:p>
                  </a:txBody>
                  <a:tcPr/>
                </a:tc>
                <a:tc>
                  <a:txBody>
                    <a:bodyPr/>
                    <a:lstStyle/>
                    <a:p>
                      <a:r>
                        <a:rPr lang="es-ES" dirty="0"/>
                        <a:t>75</a:t>
                      </a:r>
                    </a:p>
                  </a:txBody>
                  <a:tcPr/>
                </a:tc>
                <a:extLst>
                  <a:ext uri="{0D108BD9-81ED-4DB2-BD59-A6C34878D82A}">
                    <a16:rowId xmlns:a16="http://schemas.microsoft.com/office/drawing/2014/main" val="2259426618"/>
                  </a:ext>
                </a:extLst>
              </a:tr>
            </a:tbl>
          </a:graphicData>
        </a:graphic>
      </p:graphicFrame>
    </p:spTree>
    <p:extLst>
      <p:ext uri="{BB962C8B-B14F-4D97-AF65-F5344CB8AC3E}">
        <p14:creationId xmlns:p14="http://schemas.microsoft.com/office/powerpoint/2010/main" val="198687645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accent2"/>
        </a:solidFill>
        <a:effectLst/>
      </p:bgPr>
    </p:bg>
    <p:spTree>
      <p:nvGrpSpPr>
        <p:cNvPr id="1" name=""/>
        <p:cNvGrpSpPr/>
        <p:nvPr/>
      </p:nvGrpSpPr>
      <p:grpSpPr>
        <a:xfrm>
          <a:off x="0" y="0"/>
          <a:ext cx="0" cy="0"/>
          <a:chOff x="0" y="0"/>
          <a:chExt cx="0" cy="0"/>
        </a:xfrm>
      </p:grpSpPr>
      <p:sp>
        <p:nvSpPr>
          <p:cNvPr id="58" name="Marcador de texto 57">
            <a:extLst>
              <a:ext uri="{FF2B5EF4-FFF2-40B4-BE49-F238E27FC236}">
                <a16:creationId xmlns:a16="http://schemas.microsoft.com/office/drawing/2014/main" id="{C6655028-4C8E-4A3F-A17E-06A507BFF4F4}"/>
              </a:ext>
            </a:extLst>
          </p:cNvPr>
          <p:cNvSpPr>
            <a:spLocks noGrp="1"/>
          </p:cNvSpPr>
          <p:nvPr>
            <p:ph type="body" sz="quarter" idx="21"/>
          </p:nvPr>
        </p:nvSpPr>
        <p:spPr/>
        <p:txBody>
          <a:bodyPr rtlCol="0"/>
          <a:lstStyle/>
          <a:p>
            <a:pPr rtl="0"/>
            <a:r>
              <a:rPr lang="es-ES" dirty="0"/>
              <a:t>08</a:t>
            </a:r>
          </a:p>
        </p:txBody>
      </p:sp>
      <p:sp>
        <p:nvSpPr>
          <p:cNvPr id="10" name="Título 9">
            <a:extLst>
              <a:ext uri="{FF2B5EF4-FFF2-40B4-BE49-F238E27FC236}">
                <a16:creationId xmlns:a16="http://schemas.microsoft.com/office/drawing/2014/main" id="{29E24BCE-48CF-4EA0-8CEE-DABDE8C63D2E}"/>
              </a:ext>
            </a:extLst>
          </p:cNvPr>
          <p:cNvSpPr>
            <a:spLocks noGrp="1"/>
          </p:cNvSpPr>
          <p:nvPr>
            <p:ph type="title"/>
          </p:nvPr>
        </p:nvSpPr>
        <p:spPr>
          <a:xfrm>
            <a:off x="1051560" y="651507"/>
            <a:ext cx="8877631" cy="1005839"/>
          </a:xfrm>
        </p:spPr>
        <p:txBody>
          <a:bodyPr rtlCol="0"/>
          <a:lstStyle/>
          <a:p>
            <a:pPr rtl="0"/>
            <a:r>
              <a:rPr lang="es-ES" dirty="0"/>
              <a:t>Conclusiones</a:t>
            </a:r>
          </a:p>
        </p:txBody>
      </p:sp>
      <p:sp>
        <p:nvSpPr>
          <p:cNvPr id="21" name="Marcador de texto 20">
            <a:extLst>
              <a:ext uri="{FF2B5EF4-FFF2-40B4-BE49-F238E27FC236}">
                <a16:creationId xmlns:a16="http://schemas.microsoft.com/office/drawing/2014/main" id="{6EBE147A-9B99-4FFD-BC53-05C5BD025E32}"/>
              </a:ext>
            </a:extLst>
          </p:cNvPr>
          <p:cNvSpPr>
            <a:spLocks noGrp="1"/>
          </p:cNvSpPr>
          <p:nvPr>
            <p:ph type="body" sz="quarter" idx="16"/>
          </p:nvPr>
        </p:nvSpPr>
        <p:spPr>
          <a:xfrm>
            <a:off x="1051560" y="1985007"/>
            <a:ext cx="4947920" cy="3755392"/>
          </a:xfrm>
        </p:spPr>
        <p:style>
          <a:lnRef idx="1">
            <a:schemeClr val="accent2"/>
          </a:lnRef>
          <a:fillRef idx="2">
            <a:schemeClr val="accent2"/>
          </a:fillRef>
          <a:effectRef idx="1">
            <a:schemeClr val="accent2"/>
          </a:effectRef>
          <a:fontRef idx="minor">
            <a:schemeClr val="dk1"/>
          </a:fontRef>
        </p:style>
        <p:txBody>
          <a:bodyPr rtlCol="0"/>
          <a:lstStyle/>
          <a:p>
            <a:pPr marL="285750" indent="-285750">
              <a:lnSpc>
                <a:spcPct val="150000"/>
              </a:lnSpc>
              <a:buFont typeface="Arial" panose="020B0604020202020204" pitchFamily="34" charset="0"/>
              <a:buChar char="•"/>
            </a:pPr>
            <a:r>
              <a:rPr lang="es-ES" dirty="0"/>
              <a:t>H</a:t>
            </a:r>
            <a:r>
              <a:rPr lang="es-ES_tradnl" dirty="0" err="1"/>
              <a:t>erramienta</a:t>
            </a:r>
            <a:r>
              <a:rPr lang="es-ES_tradnl" dirty="0"/>
              <a:t> con potencial para trabajar la capacidad de planificación en personas con TDAH</a:t>
            </a:r>
          </a:p>
          <a:p>
            <a:pPr>
              <a:lnSpc>
                <a:spcPct val="150000"/>
              </a:lnSpc>
            </a:pPr>
            <a:endParaRPr lang="es-ES_tradnl" dirty="0"/>
          </a:p>
          <a:p>
            <a:pPr marL="285750" indent="-285750">
              <a:lnSpc>
                <a:spcPct val="150000"/>
              </a:lnSpc>
              <a:buFont typeface="Arial" panose="020B0604020202020204" pitchFamily="34" charset="0"/>
              <a:buChar char="•"/>
            </a:pPr>
            <a:r>
              <a:rPr lang="es-ES_tradnl" dirty="0"/>
              <a:t>Los resultados no permiten afirmar que las habilidades desarrolladas se transfieran a situaciones de la vida cotidiana</a:t>
            </a:r>
            <a:endParaRPr lang="es-ES" dirty="0"/>
          </a:p>
        </p:txBody>
      </p:sp>
      <p:sp>
        <p:nvSpPr>
          <p:cNvPr id="37" name="Marcador de número de diapositiva 36">
            <a:extLst>
              <a:ext uri="{FF2B5EF4-FFF2-40B4-BE49-F238E27FC236}">
                <a16:creationId xmlns:a16="http://schemas.microsoft.com/office/drawing/2014/main" id="{BF214639-68C6-49E7-90D4-F4DAFEFBFE02}"/>
              </a:ext>
            </a:extLst>
          </p:cNvPr>
          <p:cNvSpPr>
            <a:spLocks noGrp="1"/>
          </p:cNvSpPr>
          <p:nvPr>
            <p:ph type="sldNum" sz="quarter" idx="4"/>
          </p:nvPr>
        </p:nvSpPr>
        <p:spPr/>
        <p:txBody>
          <a:bodyPr rtlCol="0"/>
          <a:lstStyle/>
          <a:p>
            <a:pPr rtl="0"/>
            <a:fld id="{294A09A9-5501-47C1-A89A-A340965A2BE2}" type="slidenum">
              <a:rPr lang="es-ES" smtClean="0"/>
              <a:pPr rtl="0"/>
              <a:t>22</a:t>
            </a:fld>
            <a:endParaRPr lang="es-ES"/>
          </a:p>
        </p:txBody>
      </p:sp>
      <p:sp>
        <p:nvSpPr>
          <p:cNvPr id="31" name="Marcador de texto 20">
            <a:extLst>
              <a:ext uri="{FF2B5EF4-FFF2-40B4-BE49-F238E27FC236}">
                <a16:creationId xmlns:a16="http://schemas.microsoft.com/office/drawing/2014/main" id="{AE77AA50-2460-1F3A-57EE-17CCBC1C1255}"/>
              </a:ext>
            </a:extLst>
          </p:cNvPr>
          <p:cNvSpPr txBox="1">
            <a:spLocks/>
          </p:cNvSpPr>
          <p:nvPr/>
        </p:nvSpPr>
        <p:spPr>
          <a:xfrm>
            <a:off x="6512560" y="1985006"/>
            <a:ext cx="4947920" cy="3755393"/>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oAutofit/>
          </a:bodyPr>
          <a:lstStyle>
            <a:lvl1pPr marL="0" indent="0" algn="l" defTabSz="914400" rtl="0" eaLnBrk="1" latinLnBrk="0" hangingPunct="1">
              <a:lnSpc>
                <a:spcPct val="100000"/>
              </a:lnSpc>
              <a:spcBef>
                <a:spcPts val="0"/>
              </a:spcBef>
              <a:buFont typeface="Arial" panose="020B0604020202020204" pitchFamily="34" charset="0"/>
              <a:buNone/>
              <a:defRPr sz="1800" kern="1200">
                <a:solidFill>
                  <a:schemeClr val="accent2">
                    <a:lumMod val="50000"/>
                  </a:schemeClr>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pPr>
            <a:r>
              <a:rPr lang="es-ES" b="1" dirty="0"/>
              <a:t>Limitaciones:</a:t>
            </a:r>
          </a:p>
          <a:p>
            <a:pPr marL="285750" indent="-285750">
              <a:lnSpc>
                <a:spcPct val="150000"/>
              </a:lnSpc>
              <a:buFont typeface="Arial" panose="020B0604020202020204" pitchFamily="34" charset="0"/>
              <a:buChar char="•"/>
            </a:pPr>
            <a:r>
              <a:rPr lang="es-ES_tradnl" dirty="0"/>
              <a:t>Análisis de datos de los intentos</a:t>
            </a:r>
          </a:p>
          <a:p>
            <a:pPr marL="285750" indent="-285750">
              <a:lnSpc>
                <a:spcPct val="150000"/>
              </a:lnSpc>
              <a:buFont typeface="Arial" panose="020B0604020202020204" pitchFamily="34" charset="0"/>
              <a:buChar char="•"/>
            </a:pPr>
            <a:r>
              <a:rPr lang="es-ES_tradnl" dirty="0"/>
              <a:t>Tutorial jugable</a:t>
            </a:r>
          </a:p>
          <a:p>
            <a:pPr marL="285750" indent="-285750">
              <a:lnSpc>
                <a:spcPct val="150000"/>
              </a:lnSpc>
              <a:buFont typeface="Arial" panose="020B0604020202020204" pitchFamily="34" charset="0"/>
              <a:buChar char="•"/>
            </a:pPr>
            <a:r>
              <a:rPr lang="es-ES_tradnl" dirty="0"/>
              <a:t>Amplio rango de edad</a:t>
            </a:r>
          </a:p>
          <a:p>
            <a:pPr marL="285750" indent="-285750">
              <a:lnSpc>
                <a:spcPct val="150000"/>
              </a:lnSpc>
              <a:buFont typeface="Arial" panose="020B0604020202020204" pitchFamily="34" charset="0"/>
              <a:buChar char="•"/>
            </a:pPr>
            <a:r>
              <a:rPr lang="es-ES_tradnl" dirty="0"/>
              <a:t>No estar presente durante la realización de las pruebas</a:t>
            </a:r>
            <a:endParaRPr lang="es-ES" dirty="0"/>
          </a:p>
        </p:txBody>
      </p:sp>
    </p:spTree>
    <p:extLst>
      <p:ext uri="{BB962C8B-B14F-4D97-AF65-F5344CB8AC3E}">
        <p14:creationId xmlns:p14="http://schemas.microsoft.com/office/powerpoint/2010/main" val="408354659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0ED253E3-3411-893F-CA26-BD1C3525880B}"/>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E925BDFB-2B73-3E85-6DB9-3DF4B1E3BD77}"/>
              </a:ext>
            </a:extLst>
          </p:cNvPr>
          <p:cNvSpPr>
            <a:spLocks noGrp="1"/>
          </p:cNvSpPr>
          <p:nvPr>
            <p:ph type="title"/>
          </p:nvPr>
        </p:nvSpPr>
        <p:spPr>
          <a:xfrm>
            <a:off x="838200" y="136556"/>
            <a:ext cx="10515600" cy="1325563"/>
          </a:xfrm>
        </p:spPr>
        <p:txBody>
          <a:bodyPr rtlCol="0"/>
          <a:lstStyle/>
          <a:p>
            <a:pPr algn="ctr" rtl="0"/>
            <a:r>
              <a:rPr lang="es-ES" dirty="0">
                <a:latin typeface="Biome Light" panose="020B0303030204020804" pitchFamily="34" charset="0"/>
                <a:cs typeface="Biome Light" panose="020B0303030204020804" pitchFamily="34" charset="0"/>
              </a:rPr>
              <a:t>Trabajo futuro</a:t>
            </a:r>
            <a:endParaRPr lang="es-ES" dirty="0">
              <a:solidFill>
                <a:schemeClr val="accent2">
                  <a:lumMod val="50000"/>
                </a:schemeClr>
              </a:solidFill>
              <a:latin typeface="Biome Light" panose="020B0303030204020804" pitchFamily="34" charset="0"/>
              <a:cs typeface="Biome Light" panose="020B0303030204020804" pitchFamily="34" charset="0"/>
            </a:endParaRPr>
          </a:p>
        </p:txBody>
      </p:sp>
      <p:sp>
        <p:nvSpPr>
          <p:cNvPr id="142" name="Marcador de número de diapositiva 141">
            <a:extLst>
              <a:ext uri="{FF2B5EF4-FFF2-40B4-BE49-F238E27FC236}">
                <a16:creationId xmlns:a16="http://schemas.microsoft.com/office/drawing/2014/main" id="{A945C8BF-C173-1461-2E0E-57FADAC638EC}"/>
              </a:ext>
            </a:extLst>
          </p:cNvPr>
          <p:cNvSpPr>
            <a:spLocks noGrp="1"/>
          </p:cNvSpPr>
          <p:nvPr>
            <p:ph type="sldNum" sz="quarter" idx="4"/>
          </p:nvPr>
        </p:nvSpPr>
        <p:spPr/>
        <p:txBody>
          <a:bodyPr rtlCol="0"/>
          <a:lstStyle/>
          <a:p>
            <a:pPr rtl="0"/>
            <a:fld id="{294A09A9-5501-47C1-A89A-A340965A2BE2}" type="slidenum">
              <a:rPr lang="es-ES" smtClean="0"/>
              <a:pPr rtl="0"/>
              <a:t>23</a:t>
            </a:fld>
            <a:endParaRPr lang="es-ES" dirty="0"/>
          </a:p>
        </p:txBody>
      </p:sp>
      <p:sp>
        <p:nvSpPr>
          <p:cNvPr id="3" name="Marcador de contenido 2">
            <a:extLst>
              <a:ext uri="{FF2B5EF4-FFF2-40B4-BE49-F238E27FC236}">
                <a16:creationId xmlns:a16="http://schemas.microsoft.com/office/drawing/2014/main" id="{67F9AFDC-3B10-ECB4-7604-D2C506972CE3}"/>
              </a:ext>
            </a:extLst>
          </p:cNvPr>
          <p:cNvSpPr txBox="1">
            <a:spLocks/>
          </p:cNvSpPr>
          <p:nvPr/>
        </p:nvSpPr>
        <p:spPr>
          <a:xfrm>
            <a:off x="1040130" y="2009775"/>
            <a:ext cx="4547870" cy="4391025"/>
          </a:xfrm>
          <a:prstGeom prst="rect">
            <a:avLst/>
          </a:prstGeom>
        </p:spPr>
        <p:txBody>
          <a:bodyPr rtlCol="0"/>
          <a:lstStyle>
            <a:lvl1pPr marL="228600" indent="-228600" algn="l" defTabSz="914400" rtl="0" eaLnBrk="1" latinLnBrk="0" hangingPunct="1">
              <a:lnSpc>
                <a:spcPct val="15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a:endParaRPr lang="es-ES" dirty="0"/>
          </a:p>
        </p:txBody>
      </p:sp>
      <p:sp>
        <p:nvSpPr>
          <p:cNvPr id="4" name="Marcador de texto 20">
            <a:extLst>
              <a:ext uri="{FF2B5EF4-FFF2-40B4-BE49-F238E27FC236}">
                <a16:creationId xmlns:a16="http://schemas.microsoft.com/office/drawing/2014/main" id="{102F2D8A-0C9C-32A3-8DA8-5BF2AF28C0DA}"/>
              </a:ext>
            </a:extLst>
          </p:cNvPr>
          <p:cNvSpPr txBox="1">
            <a:spLocks/>
          </p:cNvSpPr>
          <p:nvPr/>
        </p:nvSpPr>
        <p:spPr>
          <a:xfrm>
            <a:off x="1040130" y="1365247"/>
            <a:ext cx="10430510" cy="4391026"/>
          </a:xfrm>
          <a:prstGeom prst="rect">
            <a:avLst/>
          </a:prstGeom>
          <a:noFill/>
          <a:ln>
            <a:noFill/>
          </a:ln>
        </p:spPr>
        <p:style>
          <a:lnRef idx="0">
            <a:scrgbClr r="0" g="0" b="0"/>
          </a:lnRef>
          <a:fillRef idx="0">
            <a:scrgbClr r="0" g="0" b="0"/>
          </a:fillRef>
          <a:effectRef idx="0">
            <a:scrgbClr r="0" g="0" b="0"/>
          </a:effectRef>
          <a:fontRef idx="minor">
            <a:schemeClr val="accent2"/>
          </a:fontRef>
        </p:style>
        <p:txBody>
          <a:bodyPr rtlCol="0"/>
          <a:lstStyle>
            <a:lvl1pPr marL="228600" indent="-228600" algn="l" defTabSz="914400" rtl="0" eaLnBrk="1" latinLnBrk="0" hangingPunct="1">
              <a:lnSpc>
                <a:spcPct val="150000"/>
              </a:lnSpc>
              <a:spcBef>
                <a:spcPts val="1000"/>
              </a:spcBef>
              <a:buFont typeface="Arial" panose="020B0604020202020204" pitchFamily="34" charset="0"/>
              <a:buChar char="•"/>
              <a:defRPr sz="2800" kern="1200">
                <a:solidFill>
                  <a:schemeClr val="dk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2400" kern="1200">
                <a:solidFill>
                  <a:schemeClr val="dk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2000" kern="1200">
                <a:solidFill>
                  <a:schemeClr val="dk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800" kern="1200">
                <a:solidFill>
                  <a:schemeClr val="dk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800" kern="1200">
                <a:solidFill>
                  <a:schemeClr val="dk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9pPr>
          </a:lstStyle>
          <a:p>
            <a:pPr marL="285750" indent="-285750"/>
            <a:r>
              <a:rPr lang="es-ES" sz="2000" b="1" dirty="0">
                <a:solidFill>
                  <a:schemeClr val="tx1"/>
                </a:solidFill>
              </a:rPr>
              <a:t>Pruebas con jugadores en presencia de los desarrolladores</a:t>
            </a:r>
          </a:p>
          <a:p>
            <a:pPr marL="285750" indent="-285750"/>
            <a:r>
              <a:rPr lang="es-ES" sz="2000" b="1" dirty="0"/>
              <a:t>Tutorial jugable </a:t>
            </a:r>
          </a:p>
          <a:p>
            <a:pPr marL="285750" indent="-285750"/>
            <a:r>
              <a:rPr lang="es-ES" sz="2000" b="1" dirty="0"/>
              <a:t>Narración mediante voz para los textos e instrucciones</a:t>
            </a:r>
          </a:p>
          <a:p>
            <a:pPr marL="285750" indent="-285750"/>
            <a:r>
              <a:rPr lang="es-ES_tradnl" sz="2000" b="1" dirty="0"/>
              <a:t>Grupos de edad más homogéneos</a:t>
            </a:r>
          </a:p>
          <a:p>
            <a:pPr marL="285750" indent="-285750"/>
            <a:r>
              <a:rPr lang="es-ES_tradnl" sz="2000" b="1" dirty="0"/>
              <a:t>Análisis individualizado de los intentos </a:t>
            </a:r>
          </a:p>
          <a:p>
            <a:pPr marL="285750" indent="-285750"/>
            <a:r>
              <a:rPr lang="es-ES" sz="2000" b="1" dirty="0"/>
              <a:t>Mayor variedad de animaciones y estética diferente por cada nivel</a:t>
            </a:r>
          </a:p>
          <a:p>
            <a:pPr marL="285750" indent="-285750"/>
            <a:endParaRPr lang="es-ES" sz="2000" dirty="0"/>
          </a:p>
        </p:txBody>
      </p:sp>
      <p:pic>
        <p:nvPicPr>
          <p:cNvPr id="5" name="Marcador de contenido 5">
            <a:extLst>
              <a:ext uri="{FF2B5EF4-FFF2-40B4-BE49-F238E27FC236}">
                <a16:creationId xmlns:a16="http://schemas.microsoft.com/office/drawing/2014/main" id="{EACAFE42-3F6C-2FAD-47B5-39BF3B67E2B1}"/>
              </a:ext>
            </a:extLst>
          </p:cNvPr>
          <p:cNvPicPr>
            <a:picLocks noGrp="1" noChangeAspect="1"/>
          </p:cNvPicPr>
          <p:nvPr>
            <p:ph sz="quarter" idx="11"/>
          </p:nvPr>
        </p:nvPicPr>
        <p:blipFill>
          <a:blip r:embed="rId3"/>
          <a:srcRect l="77338" t="6042" r="18337" b="86544"/>
          <a:stretch>
            <a:fillRect/>
          </a:stretch>
        </p:blipFill>
        <p:spPr>
          <a:xfrm>
            <a:off x="3535679" y="2013902"/>
            <a:ext cx="391819" cy="377825"/>
          </a:xfrm>
          <a:prstGeom prst="rect">
            <a:avLst/>
          </a:prstGeom>
        </p:spPr>
      </p:pic>
      <p:pic>
        <p:nvPicPr>
          <p:cNvPr id="7" name="Imagen 6">
            <a:extLst>
              <a:ext uri="{FF2B5EF4-FFF2-40B4-BE49-F238E27FC236}">
                <a16:creationId xmlns:a16="http://schemas.microsoft.com/office/drawing/2014/main" id="{8F18BD3C-37BF-3F53-804C-9DEE452D5738}"/>
              </a:ext>
            </a:extLst>
          </p:cNvPr>
          <p:cNvPicPr>
            <a:picLocks noChangeAspect="1"/>
          </p:cNvPicPr>
          <p:nvPr/>
        </p:nvPicPr>
        <p:blipFill>
          <a:blip r:embed="rId4"/>
          <a:srcRect l="30167" t="14075" r="30333" b="53629"/>
          <a:stretch>
            <a:fillRect/>
          </a:stretch>
        </p:blipFill>
        <p:spPr>
          <a:xfrm>
            <a:off x="8623300" y="2387600"/>
            <a:ext cx="2063750" cy="949151"/>
          </a:xfrm>
          <a:prstGeom prst="rect">
            <a:avLst/>
          </a:prstGeom>
        </p:spPr>
      </p:pic>
    </p:spTree>
    <p:extLst>
      <p:ext uri="{BB962C8B-B14F-4D97-AF65-F5344CB8AC3E}">
        <p14:creationId xmlns:p14="http://schemas.microsoft.com/office/powerpoint/2010/main" val="383183150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0" name="Marcador de texto 9">
            <a:extLst>
              <a:ext uri="{FF2B5EF4-FFF2-40B4-BE49-F238E27FC236}">
                <a16:creationId xmlns:a16="http://schemas.microsoft.com/office/drawing/2014/main" id="{F665E632-89DE-4E4B-8A35-FD6D46E9AAE8}"/>
              </a:ext>
            </a:extLst>
          </p:cNvPr>
          <p:cNvSpPr>
            <a:spLocks noGrp="1"/>
          </p:cNvSpPr>
          <p:nvPr>
            <p:ph type="body" sz="quarter" idx="15"/>
          </p:nvPr>
        </p:nvSpPr>
        <p:spPr>
          <a:xfrm>
            <a:off x="1378144" y="863048"/>
            <a:ext cx="2956560" cy="1333500"/>
          </a:xfrm>
        </p:spPr>
        <p:txBody>
          <a:bodyPr rtlCol="0"/>
          <a:lstStyle/>
          <a:p>
            <a:pPr rtl="0"/>
            <a:r>
              <a:rPr lang="es-ES" sz="8000" dirty="0"/>
              <a:t>Fin</a:t>
            </a:r>
          </a:p>
        </p:txBody>
      </p:sp>
      <p:sp>
        <p:nvSpPr>
          <p:cNvPr id="2" name="Título 1">
            <a:extLst>
              <a:ext uri="{FF2B5EF4-FFF2-40B4-BE49-F238E27FC236}">
                <a16:creationId xmlns:a16="http://schemas.microsoft.com/office/drawing/2014/main" id="{9BD825CB-5684-4E97-80FA-A48BC074B947}"/>
              </a:ext>
            </a:extLst>
          </p:cNvPr>
          <p:cNvSpPr>
            <a:spLocks noGrp="1"/>
          </p:cNvSpPr>
          <p:nvPr>
            <p:ph type="title"/>
          </p:nvPr>
        </p:nvSpPr>
        <p:spPr>
          <a:xfrm>
            <a:off x="1656356" y="810212"/>
            <a:ext cx="9124288" cy="1340615"/>
          </a:xfrm>
        </p:spPr>
        <p:txBody>
          <a:bodyPr rtlCol="0"/>
          <a:lstStyle/>
          <a:p>
            <a:pPr rtl="0"/>
            <a:r>
              <a:rPr lang="es-ES" sz="8000" dirty="0"/>
              <a:t>¡Muchas gracias!</a:t>
            </a:r>
          </a:p>
        </p:txBody>
      </p:sp>
      <p:sp>
        <p:nvSpPr>
          <p:cNvPr id="11" name="Marcador de texto 10">
            <a:extLst>
              <a:ext uri="{FF2B5EF4-FFF2-40B4-BE49-F238E27FC236}">
                <a16:creationId xmlns:a16="http://schemas.microsoft.com/office/drawing/2014/main" id="{0F34300E-1F96-433C-BBA9-C319B37E1361}"/>
              </a:ext>
            </a:extLst>
          </p:cNvPr>
          <p:cNvSpPr>
            <a:spLocks noGrp="1"/>
          </p:cNvSpPr>
          <p:nvPr>
            <p:ph type="body" sz="quarter" idx="16"/>
          </p:nvPr>
        </p:nvSpPr>
        <p:spPr/>
        <p:txBody>
          <a:bodyPr rtlCol="0"/>
          <a:lstStyle/>
          <a:p>
            <a:pPr marL="0" indent="0" rtl="0">
              <a:lnSpc>
                <a:spcPct val="150000"/>
              </a:lnSpc>
              <a:buNone/>
            </a:pPr>
            <a:r>
              <a:rPr lang="es-ES" dirty="0">
                <a:solidFill>
                  <a:schemeClr val="accent2">
                    <a:lumMod val="50000"/>
                  </a:schemeClr>
                </a:solidFill>
                <a:cs typeface="Biome Light" panose="020B0303030204020804" pitchFamily="34" charset="0"/>
              </a:rPr>
              <a:t>Nahia</a:t>
            </a:r>
            <a:endParaRPr lang="es-ES" sz="1600" dirty="0">
              <a:solidFill>
                <a:schemeClr val="accent2">
                  <a:lumMod val="50000"/>
                </a:schemeClr>
              </a:solidFill>
              <a:cs typeface="Biome Light" panose="020B0303030204020804" pitchFamily="34" charset="0"/>
            </a:endParaRPr>
          </a:p>
          <a:p>
            <a:pPr marL="0" indent="0" rtl="0">
              <a:lnSpc>
                <a:spcPct val="150000"/>
              </a:lnSpc>
              <a:buNone/>
            </a:pPr>
            <a:r>
              <a:rPr lang="es-ES" dirty="0">
                <a:solidFill>
                  <a:schemeClr val="accent2">
                    <a:lumMod val="50000"/>
                  </a:schemeClr>
                </a:solidFill>
                <a:cs typeface="Biome Light" panose="020B0303030204020804" pitchFamily="34" charset="0"/>
              </a:rPr>
              <a:t>nahigles@ucm.es</a:t>
            </a:r>
            <a:endParaRPr lang="es-ES" sz="1600" dirty="0">
              <a:solidFill>
                <a:schemeClr val="accent2">
                  <a:lumMod val="50000"/>
                </a:schemeClr>
              </a:solidFill>
              <a:cs typeface="Biome Light" panose="020B0303030204020804" pitchFamily="34" charset="0"/>
            </a:endParaRPr>
          </a:p>
          <a:p>
            <a:pPr rtl="0"/>
            <a:endParaRPr lang="es-ES" dirty="0">
              <a:solidFill>
                <a:schemeClr val="accent2">
                  <a:lumMod val="50000"/>
                </a:schemeClr>
              </a:solidFill>
            </a:endParaRPr>
          </a:p>
        </p:txBody>
      </p:sp>
      <p:sp>
        <p:nvSpPr>
          <p:cNvPr id="24" name="Marcador de número de diapositiva 23">
            <a:extLst>
              <a:ext uri="{FF2B5EF4-FFF2-40B4-BE49-F238E27FC236}">
                <a16:creationId xmlns:a16="http://schemas.microsoft.com/office/drawing/2014/main" id="{EF02AD77-17EE-49EB-8387-86DED6AD894E}"/>
              </a:ext>
            </a:extLst>
          </p:cNvPr>
          <p:cNvSpPr>
            <a:spLocks noGrp="1"/>
          </p:cNvSpPr>
          <p:nvPr>
            <p:ph type="sldNum" sz="quarter" idx="4"/>
          </p:nvPr>
        </p:nvSpPr>
        <p:spPr/>
        <p:txBody>
          <a:bodyPr rtlCol="0"/>
          <a:lstStyle/>
          <a:p>
            <a:pPr rtl="0"/>
            <a:fld id="{294A09A9-5501-47C1-A89A-A340965A2BE2}" type="slidenum">
              <a:rPr lang="es-ES" smtClean="0"/>
              <a:pPr rtl="0"/>
              <a:t>24</a:t>
            </a:fld>
            <a:endParaRPr lang="es-ES"/>
          </a:p>
        </p:txBody>
      </p:sp>
      <p:sp>
        <p:nvSpPr>
          <p:cNvPr id="12" name="Marcador de texto 20">
            <a:extLst>
              <a:ext uri="{FF2B5EF4-FFF2-40B4-BE49-F238E27FC236}">
                <a16:creationId xmlns:a16="http://schemas.microsoft.com/office/drawing/2014/main" id="{320E3D92-3523-D7B1-20E9-98F594B86778}"/>
              </a:ext>
            </a:extLst>
          </p:cNvPr>
          <p:cNvSpPr txBox="1">
            <a:spLocks/>
          </p:cNvSpPr>
          <p:nvPr/>
        </p:nvSpPr>
        <p:spPr>
          <a:xfrm>
            <a:off x="1378144" y="2310377"/>
            <a:ext cx="9931180" cy="2639309"/>
          </a:xfrm>
          <a:prstGeom prst="rect">
            <a:avLst/>
          </a:prstGeom>
        </p:spPr>
        <p:txBody>
          <a:bodyPr vert="horz" lIns="91440" tIns="45720" rIns="91440" bIns="45720" rtlCol="0">
            <a:normAutofit fontScale="77500" lnSpcReduction="20000"/>
          </a:bodyPr>
          <a:lstStyle>
            <a:lvl1pPr marL="228600" indent="-228600" algn="l" defTabSz="914400" rtl="0" eaLnBrk="1" latinLnBrk="0" hangingPunct="1">
              <a:lnSpc>
                <a:spcPct val="150000"/>
              </a:lnSpc>
              <a:spcBef>
                <a:spcPts val="1000"/>
              </a:spcBef>
              <a:buFont typeface="Arial" panose="020B0604020202020204" pitchFamily="34" charset="0"/>
              <a:buChar char="•"/>
              <a:defRPr lang="en-US" sz="1600" kern="1200" dirty="0" smtClean="0">
                <a:solidFill>
                  <a:schemeClr val="tx2">
                    <a:lumMod val="50000"/>
                  </a:schemeClr>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s-ES" dirty="0"/>
              <a:t>Imágenes: </a:t>
            </a:r>
          </a:p>
          <a:p>
            <a:r>
              <a:rPr lang="es-ES" dirty="0">
                <a:hlinkClick r:id="rId3"/>
              </a:rPr>
              <a:t>https://cruzdepiedra.es/funciones-ejecutivas-habilidades-para-la-vida-y-el-aprendizaje/</a:t>
            </a:r>
            <a:endParaRPr lang="es-ES" dirty="0"/>
          </a:p>
          <a:p>
            <a:r>
              <a:rPr lang="es-ES" dirty="0">
                <a:hlinkClick r:id="rId4"/>
              </a:rPr>
              <a:t>https://www.linkedin.com/company/acematealianza/posts/?feedView=all</a:t>
            </a:r>
            <a:endParaRPr lang="es-ES" dirty="0"/>
          </a:p>
          <a:p>
            <a:r>
              <a:rPr lang="es-ES" dirty="0">
                <a:hlinkClick r:id="rId5"/>
              </a:rPr>
              <a:t>https://www.farmaciasjulios.com/producto/concerta-54mg-tratamiento-de-liberacion-prolongada-para-el-tdah/</a:t>
            </a:r>
            <a:endParaRPr lang="es-ES" dirty="0"/>
          </a:p>
          <a:p>
            <a:r>
              <a:rPr lang="es-ES" dirty="0">
                <a:hlinkClick r:id="rId6"/>
              </a:rPr>
              <a:t>https://www.revistaeyn.com/tecnologia-cultura-digital/los-ninos-gamers-muestran-mejor-rendimiento-cognitivo-ED10643474</a:t>
            </a:r>
            <a:endParaRPr lang="es-ES" dirty="0"/>
          </a:p>
          <a:p>
            <a:r>
              <a:rPr lang="es-ES" dirty="0">
                <a:hlinkClick r:id="rId7"/>
              </a:rPr>
              <a:t>https://www.flaticon.es/icono-gratis/medicamento_883407</a:t>
            </a:r>
            <a:endParaRPr lang="es-ES" dirty="0"/>
          </a:p>
          <a:p>
            <a:endParaRPr lang="es-ES" dirty="0"/>
          </a:p>
          <a:p>
            <a:endParaRPr lang="es-ES" dirty="0"/>
          </a:p>
          <a:p>
            <a:endParaRPr lang="es-ES" dirty="0"/>
          </a:p>
          <a:p>
            <a:endParaRPr lang="es-ES" dirty="0"/>
          </a:p>
          <a:p>
            <a:endParaRPr lang="es-ES" dirty="0"/>
          </a:p>
        </p:txBody>
      </p:sp>
    </p:spTree>
    <p:extLst>
      <p:ext uri="{BB962C8B-B14F-4D97-AF65-F5344CB8AC3E}">
        <p14:creationId xmlns:p14="http://schemas.microsoft.com/office/powerpoint/2010/main" val="4237778926"/>
      </p:ext>
    </p:extLst>
  </p:cSld>
  <p:clrMapOvr>
    <a:masterClrMapping/>
  </p:clrMapOvr>
</p:sld>
</file>

<file path=ppt/theme/theme1.xml><?xml version="1.0" encoding="utf-8"?>
<a:theme xmlns:a="http://schemas.openxmlformats.org/drawingml/2006/main" name="Tema de Office">
  <a:themeElements>
    <a:clrScheme name="Minimalist Presentation">
      <a:dk1>
        <a:sysClr val="windowText" lastClr="000000"/>
      </a:dk1>
      <a:lt1>
        <a:sysClr val="window" lastClr="FFFFFF"/>
      </a:lt1>
      <a:dk2>
        <a:srgbClr val="ABABAB"/>
      </a:dk2>
      <a:lt2>
        <a:srgbClr val="F2F1EE"/>
      </a:lt2>
      <a:accent1>
        <a:srgbClr val="D8D2CD"/>
      </a:accent1>
      <a:accent2>
        <a:srgbClr val="C0C9C2"/>
      </a:accent2>
      <a:accent3>
        <a:srgbClr val="A5A5A5"/>
      </a:accent3>
      <a:accent4>
        <a:srgbClr val="FFC000"/>
      </a:accent4>
      <a:accent5>
        <a:srgbClr val="5B9BD5"/>
      </a:accent5>
      <a:accent6>
        <a:srgbClr val="70AD47"/>
      </a:accent6>
      <a:hlink>
        <a:srgbClr val="0563C1"/>
      </a:hlink>
      <a:folHlink>
        <a:srgbClr val="954F72"/>
      </a:folHlink>
    </a:clrScheme>
    <a:fontScheme name="Custom 3">
      <a:majorFont>
        <a:latin typeface="Biome Light"/>
        <a:ea typeface=""/>
        <a:cs typeface=""/>
      </a:majorFont>
      <a:minorFont>
        <a:latin typeface="Biome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_50840278_TF16411245_Win32.potx" id="{189CD194-6419-462D-82C3-1088254D3918}" vid="{626AA598-97CB-43D1-8F24-C4C5EB153DFC}"/>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e la oficin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3A10211-FBDE-44DA-8AD6-29E596B2975F}">
  <ds:schemaRefs>
    <ds:schemaRef ds:uri="http://schemas.microsoft.com/sharepoint/v3/contenttype/forms"/>
  </ds:schemaRefs>
</ds:datastoreItem>
</file>

<file path=customXml/itemProps2.xml><?xml version="1.0" encoding="utf-8"?>
<ds:datastoreItem xmlns:ds="http://schemas.openxmlformats.org/officeDocument/2006/customXml" ds:itemID="{D0976319-4513-485C-AD3A-E56C39927A38}">
  <ds:schemaRefs>
    <ds:schemaRef ds:uri="http://schemas.microsoft.com/office/2006/metadata/properties"/>
    <ds:schemaRef ds:uri="http://schemas.microsoft.com/office/infopath/2007/PartnerControls"/>
    <ds:schemaRef ds:uri="71af3243-3dd4-4a8d-8c0d-dd76da1f02a5"/>
  </ds:schemaRefs>
</ds:datastoreItem>
</file>

<file path=customXml/itemProps3.xml><?xml version="1.0" encoding="utf-8"?>
<ds:datastoreItem xmlns:ds="http://schemas.openxmlformats.org/officeDocument/2006/customXml" ds:itemID="{6A1B7BBB-8F46-4BA8-85EC-2ECC1D2E329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Presentación minimalista con colores</Template>
  <TotalTime>1068</TotalTime>
  <Words>953</Words>
  <Application>Microsoft Office PowerPoint</Application>
  <PresentationFormat>Panorámica</PresentationFormat>
  <Paragraphs>227</Paragraphs>
  <Slides>24</Slides>
  <Notes>24</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24</vt:i4>
      </vt:variant>
    </vt:vector>
  </HeadingPairs>
  <TitlesOfParts>
    <vt:vector size="29" baseType="lpstr">
      <vt:lpstr>Arial</vt:lpstr>
      <vt:lpstr>Biome Light</vt:lpstr>
      <vt:lpstr>Calibri</vt:lpstr>
      <vt:lpstr>Wingdings</vt:lpstr>
      <vt:lpstr>Tema de Office</vt:lpstr>
      <vt:lpstr>Misión Colombia</vt:lpstr>
      <vt:lpstr>Motivación</vt:lpstr>
      <vt:lpstr>Hipótesis</vt:lpstr>
      <vt:lpstr>Goals</vt:lpstr>
      <vt:lpstr>Specific objectives</vt:lpstr>
      <vt:lpstr>Estado del arte</vt:lpstr>
      <vt:lpstr>Investigación previa</vt:lpstr>
      <vt:lpstr>Diseño</vt:lpstr>
      <vt:lpstr>Requisitos previos</vt:lpstr>
      <vt:lpstr>Diseño del juego</vt:lpstr>
      <vt:lpstr>1.Menú de niveles</vt:lpstr>
      <vt:lpstr>2.Pantalla de configuración</vt:lpstr>
      <vt:lpstr>3.Pantalla de planificación</vt:lpstr>
      <vt:lpstr>4.Pantalla de ejecución</vt:lpstr>
      <vt:lpstr>5.Pantalla de resultados</vt:lpstr>
      <vt:lpstr>Desarrollo</vt:lpstr>
      <vt:lpstr>Desarrollo del juego</vt:lpstr>
      <vt:lpstr>Extracción de datos</vt:lpstr>
      <vt:lpstr>Datos</vt:lpstr>
      <vt:lpstr>Pruebas</vt:lpstr>
      <vt:lpstr>Resultados</vt:lpstr>
      <vt:lpstr>Conclusiones</vt:lpstr>
      <vt:lpstr>Trabajo futuro</vt:lpstr>
      <vt:lpstr>¡Muchas gracias!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Nahia Iglesias Calvo</dc:creator>
  <cp:lastModifiedBy>Nahia Iglesias Calvo</cp:lastModifiedBy>
  <cp:revision>38</cp:revision>
  <dcterms:created xsi:type="dcterms:W3CDTF">2026-09-10T10:00:16Z</dcterms:created>
  <dcterms:modified xsi:type="dcterms:W3CDTF">2026-09-16T09:09:15Z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